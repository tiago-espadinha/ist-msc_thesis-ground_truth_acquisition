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001125" cy="6840538"/>
  <p:notesSz cx="6858000" cy="9144000"/>
  <p:defaultTextStyle>
    <a:defPPr>
      <a:defRPr lang="en-US"/>
    </a:defPPr>
    <a:lvl1pPr marL="0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2482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04964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57446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09927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62410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14891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67373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19854" algn="l" defTabSz="9049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312" y="3966"/>
      </p:cViewPr>
      <p:guideLst>
        <p:guide orient="horz" pos="2155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5085" y="2125003"/>
            <a:ext cx="7650956" cy="1466282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169" y="3876305"/>
            <a:ext cx="6300788" cy="1748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24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4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7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99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2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4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7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9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2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9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027" y="4395681"/>
            <a:ext cx="7650956" cy="135860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11027" y="2899314"/>
            <a:ext cx="7650956" cy="149636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24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49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74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099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24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48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73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198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6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0056" y="1596128"/>
            <a:ext cx="3975497" cy="4514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5573" y="1596128"/>
            <a:ext cx="3975497" cy="4514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4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0056" y="1531204"/>
            <a:ext cx="3977060" cy="6381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482" indent="0">
              <a:buNone/>
              <a:defRPr sz="2000" b="1"/>
            </a:lvl2pPr>
            <a:lvl3pPr marL="904964" indent="0">
              <a:buNone/>
              <a:defRPr sz="1800" b="1"/>
            </a:lvl3pPr>
            <a:lvl4pPr marL="1357446" indent="0">
              <a:buNone/>
              <a:defRPr sz="1600" b="1"/>
            </a:lvl4pPr>
            <a:lvl5pPr marL="1809927" indent="0">
              <a:buNone/>
              <a:defRPr sz="1600" b="1"/>
            </a:lvl5pPr>
            <a:lvl6pPr marL="2262410" indent="0">
              <a:buNone/>
              <a:defRPr sz="1600" b="1"/>
            </a:lvl6pPr>
            <a:lvl7pPr marL="2714891" indent="0">
              <a:buNone/>
              <a:defRPr sz="1600" b="1"/>
            </a:lvl7pPr>
            <a:lvl8pPr marL="3167373" indent="0">
              <a:buNone/>
              <a:defRPr sz="1600" b="1"/>
            </a:lvl8pPr>
            <a:lvl9pPr marL="3619854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0056" y="2169337"/>
            <a:ext cx="3977060" cy="39412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572448" y="1531204"/>
            <a:ext cx="3978622" cy="6381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482" indent="0">
              <a:buNone/>
              <a:defRPr sz="2000" b="1"/>
            </a:lvl2pPr>
            <a:lvl3pPr marL="904964" indent="0">
              <a:buNone/>
              <a:defRPr sz="1800" b="1"/>
            </a:lvl3pPr>
            <a:lvl4pPr marL="1357446" indent="0">
              <a:buNone/>
              <a:defRPr sz="1600" b="1"/>
            </a:lvl4pPr>
            <a:lvl5pPr marL="1809927" indent="0">
              <a:buNone/>
              <a:defRPr sz="1600" b="1"/>
            </a:lvl5pPr>
            <a:lvl6pPr marL="2262410" indent="0">
              <a:buNone/>
              <a:defRPr sz="1600" b="1"/>
            </a:lvl6pPr>
            <a:lvl7pPr marL="2714891" indent="0">
              <a:buNone/>
              <a:defRPr sz="1600" b="1"/>
            </a:lvl7pPr>
            <a:lvl8pPr marL="3167373" indent="0">
              <a:buNone/>
              <a:defRPr sz="1600" b="1"/>
            </a:lvl8pPr>
            <a:lvl9pPr marL="3619854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572448" y="2169337"/>
            <a:ext cx="3978622" cy="39412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4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77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059" y="272356"/>
            <a:ext cx="2961308" cy="115909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19191" y="272356"/>
            <a:ext cx="5031879" cy="583821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0059" y="1431448"/>
            <a:ext cx="2961308" cy="4679119"/>
          </a:xfrm>
        </p:spPr>
        <p:txBody>
          <a:bodyPr/>
          <a:lstStyle>
            <a:lvl1pPr marL="0" indent="0">
              <a:buNone/>
              <a:defRPr sz="1400"/>
            </a:lvl1pPr>
            <a:lvl2pPr marL="452482" indent="0">
              <a:buNone/>
              <a:defRPr sz="1200"/>
            </a:lvl2pPr>
            <a:lvl3pPr marL="904964" indent="0">
              <a:buNone/>
              <a:defRPr sz="1000"/>
            </a:lvl3pPr>
            <a:lvl4pPr marL="1357446" indent="0">
              <a:buNone/>
              <a:defRPr sz="900"/>
            </a:lvl4pPr>
            <a:lvl5pPr marL="1809927" indent="0">
              <a:buNone/>
              <a:defRPr sz="900"/>
            </a:lvl5pPr>
            <a:lvl6pPr marL="2262410" indent="0">
              <a:buNone/>
              <a:defRPr sz="900"/>
            </a:lvl6pPr>
            <a:lvl7pPr marL="2714891" indent="0">
              <a:buNone/>
              <a:defRPr sz="900"/>
            </a:lvl7pPr>
            <a:lvl8pPr marL="3167373" indent="0">
              <a:buNone/>
              <a:defRPr sz="900"/>
            </a:lvl8pPr>
            <a:lvl9pPr marL="3619854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5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4284" y="4788378"/>
            <a:ext cx="5400675" cy="56529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64284" y="611216"/>
            <a:ext cx="5400675" cy="4104323"/>
          </a:xfrm>
        </p:spPr>
        <p:txBody>
          <a:bodyPr/>
          <a:lstStyle>
            <a:lvl1pPr marL="0" indent="0">
              <a:buNone/>
              <a:defRPr sz="3200"/>
            </a:lvl1pPr>
            <a:lvl2pPr marL="452482" indent="0">
              <a:buNone/>
              <a:defRPr sz="2800"/>
            </a:lvl2pPr>
            <a:lvl3pPr marL="904964" indent="0">
              <a:buNone/>
              <a:defRPr sz="2400"/>
            </a:lvl3pPr>
            <a:lvl4pPr marL="1357446" indent="0">
              <a:buNone/>
              <a:defRPr sz="2000"/>
            </a:lvl4pPr>
            <a:lvl5pPr marL="1809927" indent="0">
              <a:buNone/>
              <a:defRPr sz="2000"/>
            </a:lvl5pPr>
            <a:lvl6pPr marL="2262410" indent="0">
              <a:buNone/>
              <a:defRPr sz="2000"/>
            </a:lvl6pPr>
            <a:lvl7pPr marL="2714891" indent="0">
              <a:buNone/>
              <a:defRPr sz="2000"/>
            </a:lvl7pPr>
            <a:lvl8pPr marL="3167373" indent="0">
              <a:buNone/>
              <a:defRPr sz="2000"/>
            </a:lvl8pPr>
            <a:lvl9pPr marL="361985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64284" y="5353671"/>
            <a:ext cx="5400675" cy="802813"/>
          </a:xfrm>
        </p:spPr>
        <p:txBody>
          <a:bodyPr/>
          <a:lstStyle>
            <a:lvl1pPr marL="0" indent="0">
              <a:buNone/>
              <a:defRPr sz="1400"/>
            </a:lvl1pPr>
            <a:lvl2pPr marL="452482" indent="0">
              <a:buNone/>
              <a:defRPr sz="1200"/>
            </a:lvl2pPr>
            <a:lvl3pPr marL="904964" indent="0">
              <a:buNone/>
              <a:defRPr sz="1000"/>
            </a:lvl3pPr>
            <a:lvl4pPr marL="1357446" indent="0">
              <a:buNone/>
              <a:defRPr sz="900"/>
            </a:lvl4pPr>
            <a:lvl5pPr marL="1809927" indent="0">
              <a:buNone/>
              <a:defRPr sz="900"/>
            </a:lvl5pPr>
            <a:lvl6pPr marL="2262410" indent="0">
              <a:buNone/>
              <a:defRPr sz="900"/>
            </a:lvl6pPr>
            <a:lvl7pPr marL="2714891" indent="0">
              <a:buNone/>
              <a:defRPr sz="900"/>
            </a:lvl7pPr>
            <a:lvl8pPr marL="3167373" indent="0">
              <a:buNone/>
              <a:defRPr sz="900"/>
            </a:lvl8pPr>
            <a:lvl9pPr marL="3619854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1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8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25817" y="273940"/>
            <a:ext cx="2025253" cy="5836626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0056" y="273940"/>
            <a:ext cx="5925741" cy="5836626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8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0057" y="273939"/>
            <a:ext cx="8101013" cy="1140090"/>
          </a:xfrm>
          <a:prstGeom prst="rect">
            <a:avLst/>
          </a:prstGeom>
        </p:spPr>
        <p:txBody>
          <a:bodyPr vert="horz" lIns="90497" tIns="45248" rIns="90497" bIns="45248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0057" y="1596128"/>
            <a:ext cx="8101013" cy="4514439"/>
          </a:xfrm>
          <a:prstGeom prst="rect">
            <a:avLst/>
          </a:prstGeom>
        </p:spPr>
        <p:txBody>
          <a:bodyPr vert="horz" lIns="90497" tIns="45248" rIns="90497" bIns="45248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0057" y="6340168"/>
            <a:ext cx="2100263" cy="364195"/>
          </a:xfrm>
          <a:prstGeom prst="rect">
            <a:avLst/>
          </a:prstGeom>
        </p:spPr>
        <p:txBody>
          <a:bodyPr vert="horz" lIns="90497" tIns="45248" rIns="90497" bIns="4524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1D7E3-DEE8-4ED1-B56B-653BC71FC3E2}" type="datetimeFigureOut">
              <a:rPr lang="en-US" smtClean="0"/>
              <a:t>5/14/2013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075385" y="6340168"/>
            <a:ext cx="2850356" cy="364195"/>
          </a:xfrm>
          <a:prstGeom prst="rect">
            <a:avLst/>
          </a:prstGeom>
        </p:spPr>
        <p:txBody>
          <a:bodyPr vert="horz" lIns="90497" tIns="45248" rIns="90497" bIns="4524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450807" y="6340168"/>
            <a:ext cx="2100263" cy="364195"/>
          </a:xfrm>
          <a:prstGeom prst="rect">
            <a:avLst/>
          </a:prstGeom>
        </p:spPr>
        <p:txBody>
          <a:bodyPr vert="horz" lIns="90497" tIns="45248" rIns="90497" bIns="4524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74AED-D4A3-4D7D-85C6-C9C85757D0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6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0496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9361" indent="-339361" algn="l" defTabSz="90496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5283" indent="-282802" algn="l" defTabSz="90496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31204" indent="-226241" algn="l" defTabSz="90496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83687" indent="-226241" algn="l" defTabSz="90496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168" indent="-226241" algn="l" defTabSz="90496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8650" indent="-226241" algn="l" defTabSz="9049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41130" indent="-226241" algn="l" defTabSz="9049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93614" indent="-226241" algn="l" defTabSz="9049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46096" indent="-226241" algn="l" defTabSz="90496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482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4964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7446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9927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410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4891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7373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9854" algn="l" defTabSz="90496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rupo 329"/>
          <p:cNvGrpSpPr>
            <a:grpSpLocks noChangeAspect="1"/>
          </p:cNvGrpSpPr>
          <p:nvPr/>
        </p:nvGrpSpPr>
        <p:grpSpPr>
          <a:xfrm>
            <a:off x="3784099" y="4635429"/>
            <a:ext cx="90000" cy="450000"/>
            <a:chOff x="2880000" y="720000"/>
            <a:chExt cx="180000" cy="900000"/>
          </a:xfrm>
        </p:grpSpPr>
        <p:cxnSp>
          <p:nvCxnSpPr>
            <p:cNvPr id="687" name="Conexão recta 686"/>
            <p:cNvCxnSpPr/>
            <p:nvPr/>
          </p:nvCxnSpPr>
          <p:spPr>
            <a:xfrm flipH="1">
              <a:off x="288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Conexão recta 687"/>
            <p:cNvCxnSpPr/>
            <p:nvPr/>
          </p:nvCxnSpPr>
          <p:spPr>
            <a:xfrm flipH="1">
              <a:off x="306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Conexão recta 688"/>
            <p:cNvCxnSpPr/>
            <p:nvPr/>
          </p:nvCxnSpPr>
          <p:spPr>
            <a:xfrm>
              <a:off x="2880000" y="7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Conexão recta 689"/>
            <p:cNvCxnSpPr/>
            <p:nvPr/>
          </p:nvCxnSpPr>
          <p:spPr>
            <a:xfrm>
              <a:off x="2880000" y="16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upo 330"/>
          <p:cNvGrpSpPr>
            <a:grpSpLocks noChangeAspect="1"/>
          </p:cNvGrpSpPr>
          <p:nvPr/>
        </p:nvGrpSpPr>
        <p:grpSpPr>
          <a:xfrm>
            <a:off x="5130080" y="4635429"/>
            <a:ext cx="90000" cy="450000"/>
            <a:chOff x="2880000" y="720000"/>
            <a:chExt cx="180000" cy="900000"/>
          </a:xfrm>
        </p:grpSpPr>
        <p:cxnSp>
          <p:nvCxnSpPr>
            <p:cNvPr id="683" name="Conexão recta 682"/>
            <p:cNvCxnSpPr/>
            <p:nvPr/>
          </p:nvCxnSpPr>
          <p:spPr>
            <a:xfrm flipH="1">
              <a:off x="288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Conexão recta 683"/>
            <p:cNvCxnSpPr/>
            <p:nvPr/>
          </p:nvCxnSpPr>
          <p:spPr>
            <a:xfrm flipH="1">
              <a:off x="306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Conexão recta 684"/>
            <p:cNvCxnSpPr/>
            <p:nvPr/>
          </p:nvCxnSpPr>
          <p:spPr>
            <a:xfrm>
              <a:off x="2880000" y="7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Conexão recta 685"/>
            <p:cNvCxnSpPr/>
            <p:nvPr/>
          </p:nvCxnSpPr>
          <p:spPr>
            <a:xfrm>
              <a:off x="2880000" y="16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1" name="Conexão recta 380"/>
          <p:cNvCxnSpPr>
            <a:cxnSpLocks noChangeAspect="1"/>
          </p:cNvCxnSpPr>
          <p:nvPr/>
        </p:nvCxnSpPr>
        <p:spPr>
          <a:xfrm>
            <a:off x="180001" y="180000"/>
            <a:ext cx="0" cy="432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6" name="Conexão recta 385"/>
          <p:cNvCxnSpPr>
            <a:cxnSpLocks noChangeAspect="1"/>
          </p:cNvCxnSpPr>
          <p:nvPr/>
        </p:nvCxnSpPr>
        <p:spPr>
          <a:xfrm>
            <a:off x="8820001" y="180000"/>
            <a:ext cx="0" cy="432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9" name="Conexão recta 388"/>
          <p:cNvCxnSpPr>
            <a:cxnSpLocks noChangeAspect="1"/>
          </p:cNvCxnSpPr>
          <p:nvPr/>
        </p:nvCxnSpPr>
        <p:spPr>
          <a:xfrm>
            <a:off x="540001" y="3780000"/>
            <a:ext cx="79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xão recta 390"/>
          <p:cNvCxnSpPr>
            <a:cxnSpLocks noChangeAspect="1"/>
          </p:cNvCxnSpPr>
          <p:nvPr/>
        </p:nvCxnSpPr>
        <p:spPr>
          <a:xfrm>
            <a:off x="540001" y="2340000"/>
            <a:ext cx="79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onexão recta 391"/>
          <p:cNvCxnSpPr>
            <a:cxnSpLocks noChangeAspect="1"/>
          </p:cNvCxnSpPr>
          <p:nvPr/>
        </p:nvCxnSpPr>
        <p:spPr>
          <a:xfrm>
            <a:off x="179999" y="450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onexão recta 392"/>
          <p:cNvCxnSpPr>
            <a:cxnSpLocks noChangeAspect="1"/>
          </p:cNvCxnSpPr>
          <p:nvPr/>
        </p:nvCxnSpPr>
        <p:spPr>
          <a:xfrm>
            <a:off x="36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4" name="Conexão recta 393"/>
          <p:cNvCxnSpPr>
            <a:cxnSpLocks noChangeAspect="1"/>
          </p:cNvCxnSpPr>
          <p:nvPr/>
        </p:nvCxnSpPr>
        <p:spPr>
          <a:xfrm>
            <a:off x="54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5" name="Conexão recta 394"/>
          <p:cNvCxnSpPr>
            <a:cxnSpLocks noChangeAspect="1"/>
          </p:cNvCxnSpPr>
          <p:nvPr/>
        </p:nvCxnSpPr>
        <p:spPr>
          <a:xfrm>
            <a:off x="72377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6" name="Conexão recta 395"/>
          <p:cNvCxnSpPr>
            <a:cxnSpLocks noChangeAspect="1"/>
          </p:cNvCxnSpPr>
          <p:nvPr/>
        </p:nvCxnSpPr>
        <p:spPr>
          <a:xfrm>
            <a:off x="90377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Conexão recta 396"/>
          <p:cNvCxnSpPr>
            <a:cxnSpLocks noChangeAspect="1"/>
          </p:cNvCxnSpPr>
          <p:nvPr/>
        </p:nvCxnSpPr>
        <p:spPr>
          <a:xfrm>
            <a:off x="108402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Conexão recta 397"/>
          <p:cNvCxnSpPr>
            <a:cxnSpLocks noChangeAspect="1"/>
          </p:cNvCxnSpPr>
          <p:nvPr/>
        </p:nvCxnSpPr>
        <p:spPr>
          <a:xfrm>
            <a:off x="126402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Conexão recta 398"/>
          <p:cNvCxnSpPr>
            <a:cxnSpLocks noChangeAspect="1"/>
          </p:cNvCxnSpPr>
          <p:nvPr/>
        </p:nvCxnSpPr>
        <p:spPr>
          <a:xfrm>
            <a:off x="144385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Conexão recta 399"/>
          <p:cNvCxnSpPr>
            <a:cxnSpLocks noChangeAspect="1"/>
          </p:cNvCxnSpPr>
          <p:nvPr/>
        </p:nvCxnSpPr>
        <p:spPr>
          <a:xfrm>
            <a:off x="162385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1" name="Conexão recta 400"/>
          <p:cNvCxnSpPr>
            <a:cxnSpLocks noChangeAspect="1"/>
          </p:cNvCxnSpPr>
          <p:nvPr/>
        </p:nvCxnSpPr>
        <p:spPr>
          <a:xfrm>
            <a:off x="1804107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2" name="Conexão recta 401"/>
          <p:cNvCxnSpPr>
            <a:cxnSpLocks noChangeAspect="1"/>
          </p:cNvCxnSpPr>
          <p:nvPr/>
        </p:nvCxnSpPr>
        <p:spPr>
          <a:xfrm>
            <a:off x="1984107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3" name="Conexão recta 402"/>
          <p:cNvCxnSpPr>
            <a:cxnSpLocks noChangeAspect="1"/>
          </p:cNvCxnSpPr>
          <p:nvPr/>
        </p:nvCxnSpPr>
        <p:spPr>
          <a:xfrm>
            <a:off x="216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Conexão recta 403"/>
          <p:cNvCxnSpPr>
            <a:cxnSpLocks noChangeAspect="1"/>
          </p:cNvCxnSpPr>
          <p:nvPr/>
        </p:nvCxnSpPr>
        <p:spPr>
          <a:xfrm>
            <a:off x="234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5" name="Conexão recta 404"/>
          <p:cNvCxnSpPr>
            <a:cxnSpLocks noChangeAspect="1"/>
          </p:cNvCxnSpPr>
          <p:nvPr/>
        </p:nvCxnSpPr>
        <p:spPr>
          <a:xfrm>
            <a:off x="252418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Conexão recta 405"/>
          <p:cNvCxnSpPr>
            <a:cxnSpLocks noChangeAspect="1"/>
          </p:cNvCxnSpPr>
          <p:nvPr/>
        </p:nvCxnSpPr>
        <p:spPr>
          <a:xfrm>
            <a:off x="270418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7" name="Conexão recta 406"/>
          <p:cNvCxnSpPr>
            <a:cxnSpLocks noChangeAspect="1"/>
          </p:cNvCxnSpPr>
          <p:nvPr/>
        </p:nvCxnSpPr>
        <p:spPr>
          <a:xfrm>
            <a:off x="288401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8" name="Conexão recta 407"/>
          <p:cNvCxnSpPr>
            <a:cxnSpLocks noChangeAspect="1"/>
          </p:cNvCxnSpPr>
          <p:nvPr/>
        </p:nvCxnSpPr>
        <p:spPr>
          <a:xfrm>
            <a:off x="306401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9" name="Conexão recta 408"/>
          <p:cNvCxnSpPr>
            <a:cxnSpLocks noChangeAspect="1"/>
          </p:cNvCxnSpPr>
          <p:nvPr/>
        </p:nvCxnSpPr>
        <p:spPr>
          <a:xfrm>
            <a:off x="324426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" name="Conexão recta 409"/>
          <p:cNvCxnSpPr>
            <a:cxnSpLocks noChangeAspect="1"/>
          </p:cNvCxnSpPr>
          <p:nvPr/>
        </p:nvCxnSpPr>
        <p:spPr>
          <a:xfrm>
            <a:off x="342426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1" name="Conexão recta 410"/>
          <p:cNvCxnSpPr>
            <a:cxnSpLocks noChangeAspect="1"/>
          </p:cNvCxnSpPr>
          <p:nvPr/>
        </p:nvCxnSpPr>
        <p:spPr>
          <a:xfrm>
            <a:off x="360409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2" name="Conexão recta 411"/>
          <p:cNvCxnSpPr>
            <a:cxnSpLocks noChangeAspect="1"/>
          </p:cNvCxnSpPr>
          <p:nvPr/>
        </p:nvCxnSpPr>
        <p:spPr>
          <a:xfrm>
            <a:off x="378409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3" name="Conexão recta 412"/>
          <p:cNvCxnSpPr>
            <a:cxnSpLocks noChangeAspect="1"/>
          </p:cNvCxnSpPr>
          <p:nvPr/>
        </p:nvCxnSpPr>
        <p:spPr>
          <a:xfrm>
            <a:off x="3964119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4" name="Conexão recta 413"/>
          <p:cNvCxnSpPr>
            <a:cxnSpLocks noChangeAspect="1"/>
          </p:cNvCxnSpPr>
          <p:nvPr/>
        </p:nvCxnSpPr>
        <p:spPr>
          <a:xfrm>
            <a:off x="4144119" y="3960000"/>
            <a:ext cx="0" cy="288000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5" name="Conexão recta 414"/>
          <p:cNvCxnSpPr>
            <a:cxnSpLocks noChangeAspect="1"/>
          </p:cNvCxnSpPr>
          <p:nvPr/>
        </p:nvCxnSpPr>
        <p:spPr>
          <a:xfrm>
            <a:off x="4323955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6" name="Conexão recta 415"/>
          <p:cNvCxnSpPr>
            <a:cxnSpLocks noChangeAspect="1"/>
          </p:cNvCxnSpPr>
          <p:nvPr/>
        </p:nvCxnSpPr>
        <p:spPr>
          <a:xfrm>
            <a:off x="179999" y="396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Conexão recta 416"/>
          <p:cNvCxnSpPr>
            <a:cxnSpLocks noChangeAspect="1"/>
          </p:cNvCxnSpPr>
          <p:nvPr/>
        </p:nvCxnSpPr>
        <p:spPr>
          <a:xfrm>
            <a:off x="4680420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8" name="Conexão recta 417"/>
          <p:cNvCxnSpPr>
            <a:cxnSpLocks noChangeAspect="1"/>
          </p:cNvCxnSpPr>
          <p:nvPr/>
        </p:nvCxnSpPr>
        <p:spPr>
          <a:xfrm>
            <a:off x="4860257" y="3960000"/>
            <a:ext cx="0" cy="288000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9" name="Conexão recta 418"/>
          <p:cNvCxnSpPr>
            <a:cxnSpLocks noChangeAspect="1"/>
          </p:cNvCxnSpPr>
          <p:nvPr/>
        </p:nvCxnSpPr>
        <p:spPr>
          <a:xfrm>
            <a:off x="5040256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0" name="Conexão recta 419"/>
          <p:cNvCxnSpPr>
            <a:cxnSpLocks noChangeAspect="1"/>
          </p:cNvCxnSpPr>
          <p:nvPr/>
        </p:nvCxnSpPr>
        <p:spPr>
          <a:xfrm>
            <a:off x="522050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Conexão recta 420"/>
          <p:cNvCxnSpPr>
            <a:cxnSpLocks noChangeAspect="1"/>
          </p:cNvCxnSpPr>
          <p:nvPr/>
        </p:nvCxnSpPr>
        <p:spPr>
          <a:xfrm>
            <a:off x="540050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2" name="Conexão recta 421"/>
          <p:cNvCxnSpPr>
            <a:cxnSpLocks noChangeAspect="1"/>
          </p:cNvCxnSpPr>
          <p:nvPr/>
        </p:nvCxnSpPr>
        <p:spPr>
          <a:xfrm>
            <a:off x="558033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Conexão recta 422"/>
          <p:cNvCxnSpPr>
            <a:cxnSpLocks noChangeAspect="1"/>
          </p:cNvCxnSpPr>
          <p:nvPr/>
        </p:nvCxnSpPr>
        <p:spPr>
          <a:xfrm>
            <a:off x="576033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4" name="Conexão recta 423"/>
          <p:cNvCxnSpPr>
            <a:cxnSpLocks noChangeAspect="1"/>
          </p:cNvCxnSpPr>
          <p:nvPr/>
        </p:nvCxnSpPr>
        <p:spPr>
          <a:xfrm>
            <a:off x="5940584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5" name="Conexão recta 424"/>
          <p:cNvCxnSpPr>
            <a:cxnSpLocks noChangeAspect="1"/>
          </p:cNvCxnSpPr>
          <p:nvPr/>
        </p:nvCxnSpPr>
        <p:spPr>
          <a:xfrm>
            <a:off x="6120584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6" name="Conexão recta 425"/>
          <p:cNvCxnSpPr>
            <a:cxnSpLocks noChangeAspect="1"/>
          </p:cNvCxnSpPr>
          <p:nvPr/>
        </p:nvCxnSpPr>
        <p:spPr>
          <a:xfrm>
            <a:off x="630042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7" name="Conexão recta 426"/>
          <p:cNvCxnSpPr>
            <a:cxnSpLocks noChangeAspect="1"/>
          </p:cNvCxnSpPr>
          <p:nvPr/>
        </p:nvCxnSpPr>
        <p:spPr>
          <a:xfrm>
            <a:off x="648042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Conexão recta 427"/>
          <p:cNvCxnSpPr>
            <a:cxnSpLocks noChangeAspect="1"/>
          </p:cNvCxnSpPr>
          <p:nvPr/>
        </p:nvCxnSpPr>
        <p:spPr>
          <a:xfrm>
            <a:off x="666066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9" name="Conexão recta 428"/>
          <p:cNvCxnSpPr>
            <a:cxnSpLocks noChangeAspect="1"/>
          </p:cNvCxnSpPr>
          <p:nvPr/>
        </p:nvCxnSpPr>
        <p:spPr>
          <a:xfrm>
            <a:off x="684066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0" name="Conexão recta 429"/>
          <p:cNvCxnSpPr>
            <a:cxnSpLocks noChangeAspect="1"/>
          </p:cNvCxnSpPr>
          <p:nvPr/>
        </p:nvCxnSpPr>
        <p:spPr>
          <a:xfrm>
            <a:off x="70204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1" name="Conexão recta 430"/>
          <p:cNvCxnSpPr>
            <a:cxnSpLocks noChangeAspect="1"/>
          </p:cNvCxnSpPr>
          <p:nvPr/>
        </p:nvCxnSpPr>
        <p:spPr>
          <a:xfrm>
            <a:off x="72004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2" name="Conexão recta 431"/>
          <p:cNvCxnSpPr>
            <a:cxnSpLocks noChangeAspect="1"/>
          </p:cNvCxnSpPr>
          <p:nvPr/>
        </p:nvCxnSpPr>
        <p:spPr>
          <a:xfrm>
            <a:off x="738074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3" name="Conexão recta 432"/>
          <p:cNvCxnSpPr>
            <a:cxnSpLocks noChangeAspect="1"/>
          </p:cNvCxnSpPr>
          <p:nvPr/>
        </p:nvCxnSpPr>
        <p:spPr>
          <a:xfrm>
            <a:off x="756074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4" name="Conexão recta 433"/>
          <p:cNvCxnSpPr>
            <a:cxnSpLocks noChangeAspect="1"/>
          </p:cNvCxnSpPr>
          <p:nvPr/>
        </p:nvCxnSpPr>
        <p:spPr>
          <a:xfrm>
            <a:off x="7740577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5" name="Conexão recta 434"/>
          <p:cNvCxnSpPr>
            <a:cxnSpLocks noChangeAspect="1"/>
          </p:cNvCxnSpPr>
          <p:nvPr/>
        </p:nvCxnSpPr>
        <p:spPr>
          <a:xfrm>
            <a:off x="792057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6" name="Conexão recta 435"/>
          <p:cNvCxnSpPr>
            <a:cxnSpLocks noChangeAspect="1"/>
          </p:cNvCxnSpPr>
          <p:nvPr/>
        </p:nvCxnSpPr>
        <p:spPr>
          <a:xfrm>
            <a:off x="81005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7" name="Conexão recta 436"/>
          <p:cNvCxnSpPr>
            <a:cxnSpLocks noChangeAspect="1"/>
          </p:cNvCxnSpPr>
          <p:nvPr/>
        </p:nvCxnSpPr>
        <p:spPr>
          <a:xfrm>
            <a:off x="82805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8" name="Conexão recta 437"/>
          <p:cNvCxnSpPr>
            <a:cxnSpLocks noChangeAspect="1"/>
          </p:cNvCxnSpPr>
          <p:nvPr/>
        </p:nvCxnSpPr>
        <p:spPr>
          <a:xfrm>
            <a:off x="8460432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9" name="Conexão recta 438"/>
          <p:cNvCxnSpPr>
            <a:cxnSpLocks noChangeAspect="1"/>
          </p:cNvCxnSpPr>
          <p:nvPr/>
        </p:nvCxnSpPr>
        <p:spPr>
          <a:xfrm>
            <a:off x="864000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0" name="Conexão recta 439"/>
          <p:cNvCxnSpPr>
            <a:cxnSpLocks noChangeAspect="1"/>
          </p:cNvCxnSpPr>
          <p:nvPr/>
        </p:nvCxnSpPr>
        <p:spPr>
          <a:xfrm>
            <a:off x="540001" y="360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onexão recta 440"/>
          <p:cNvCxnSpPr>
            <a:cxnSpLocks noChangeAspect="1"/>
          </p:cNvCxnSpPr>
          <p:nvPr/>
        </p:nvCxnSpPr>
        <p:spPr>
          <a:xfrm>
            <a:off x="5400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2" name="Conexão recta 441"/>
          <p:cNvCxnSpPr>
            <a:cxnSpLocks noChangeAspect="1"/>
          </p:cNvCxnSpPr>
          <p:nvPr/>
        </p:nvCxnSpPr>
        <p:spPr>
          <a:xfrm>
            <a:off x="72377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3" name="Conexão recta 442"/>
          <p:cNvCxnSpPr>
            <a:cxnSpLocks noChangeAspect="1"/>
          </p:cNvCxnSpPr>
          <p:nvPr/>
        </p:nvCxnSpPr>
        <p:spPr>
          <a:xfrm>
            <a:off x="90377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4" name="Conexão recta 443"/>
          <p:cNvCxnSpPr>
            <a:cxnSpLocks noChangeAspect="1"/>
          </p:cNvCxnSpPr>
          <p:nvPr/>
        </p:nvCxnSpPr>
        <p:spPr>
          <a:xfrm>
            <a:off x="108402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5" name="Conexão recta 444"/>
          <p:cNvCxnSpPr>
            <a:cxnSpLocks noChangeAspect="1"/>
          </p:cNvCxnSpPr>
          <p:nvPr/>
        </p:nvCxnSpPr>
        <p:spPr>
          <a:xfrm>
            <a:off x="126402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6" name="Conexão recta 445"/>
          <p:cNvCxnSpPr>
            <a:cxnSpLocks noChangeAspect="1"/>
          </p:cNvCxnSpPr>
          <p:nvPr/>
        </p:nvCxnSpPr>
        <p:spPr>
          <a:xfrm>
            <a:off x="14400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7" name="Conexão recta 446"/>
          <p:cNvCxnSpPr>
            <a:cxnSpLocks noChangeAspect="1"/>
          </p:cNvCxnSpPr>
          <p:nvPr/>
        </p:nvCxnSpPr>
        <p:spPr>
          <a:xfrm>
            <a:off x="162385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8" name="Conexão recta 447"/>
          <p:cNvCxnSpPr>
            <a:cxnSpLocks noChangeAspect="1"/>
          </p:cNvCxnSpPr>
          <p:nvPr/>
        </p:nvCxnSpPr>
        <p:spPr>
          <a:xfrm>
            <a:off x="180410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9" name="Conexão recta 448"/>
          <p:cNvCxnSpPr>
            <a:cxnSpLocks noChangeAspect="1"/>
          </p:cNvCxnSpPr>
          <p:nvPr/>
        </p:nvCxnSpPr>
        <p:spPr>
          <a:xfrm>
            <a:off x="198410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0" name="Conexão recta 449"/>
          <p:cNvCxnSpPr>
            <a:cxnSpLocks noChangeAspect="1"/>
          </p:cNvCxnSpPr>
          <p:nvPr/>
        </p:nvCxnSpPr>
        <p:spPr>
          <a:xfrm>
            <a:off x="216394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1" name="Conexão recta 450"/>
          <p:cNvCxnSpPr>
            <a:cxnSpLocks noChangeAspect="1"/>
          </p:cNvCxnSpPr>
          <p:nvPr/>
        </p:nvCxnSpPr>
        <p:spPr>
          <a:xfrm>
            <a:off x="234394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2" name="Conexão recta 451"/>
          <p:cNvCxnSpPr>
            <a:cxnSpLocks noChangeAspect="1"/>
          </p:cNvCxnSpPr>
          <p:nvPr/>
        </p:nvCxnSpPr>
        <p:spPr>
          <a:xfrm>
            <a:off x="252418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3" name="Conexão recta 452"/>
          <p:cNvCxnSpPr>
            <a:cxnSpLocks noChangeAspect="1"/>
          </p:cNvCxnSpPr>
          <p:nvPr/>
        </p:nvCxnSpPr>
        <p:spPr>
          <a:xfrm>
            <a:off x="270418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4" name="Conexão recta 453"/>
          <p:cNvCxnSpPr>
            <a:cxnSpLocks noChangeAspect="1"/>
          </p:cNvCxnSpPr>
          <p:nvPr/>
        </p:nvCxnSpPr>
        <p:spPr>
          <a:xfrm>
            <a:off x="28840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5" name="Conexão recta 454"/>
          <p:cNvCxnSpPr>
            <a:cxnSpLocks noChangeAspect="1"/>
          </p:cNvCxnSpPr>
          <p:nvPr/>
        </p:nvCxnSpPr>
        <p:spPr>
          <a:xfrm>
            <a:off x="30640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6" name="Conexão recta 455"/>
          <p:cNvCxnSpPr>
            <a:cxnSpLocks noChangeAspect="1"/>
          </p:cNvCxnSpPr>
          <p:nvPr/>
        </p:nvCxnSpPr>
        <p:spPr>
          <a:xfrm>
            <a:off x="324426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7" name="Conexão recta 456"/>
          <p:cNvCxnSpPr>
            <a:cxnSpLocks noChangeAspect="1"/>
          </p:cNvCxnSpPr>
          <p:nvPr/>
        </p:nvCxnSpPr>
        <p:spPr>
          <a:xfrm>
            <a:off x="342426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8" name="Conexão recta 457"/>
          <p:cNvCxnSpPr>
            <a:cxnSpLocks noChangeAspect="1"/>
          </p:cNvCxnSpPr>
          <p:nvPr/>
        </p:nvCxnSpPr>
        <p:spPr>
          <a:xfrm>
            <a:off x="360409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9" name="Conexão recta 458"/>
          <p:cNvCxnSpPr>
            <a:cxnSpLocks noChangeAspect="1"/>
          </p:cNvCxnSpPr>
          <p:nvPr/>
        </p:nvCxnSpPr>
        <p:spPr>
          <a:xfrm>
            <a:off x="378409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Conexão recta 459"/>
          <p:cNvCxnSpPr>
            <a:cxnSpLocks noChangeAspect="1"/>
          </p:cNvCxnSpPr>
          <p:nvPr/>
        </p:nvCxnSpPr>
        <p:spPr>
          <a:xfrm>
            <a:off x="39641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1" name="Conexão recta 460"/>
          <p:cNvCxnSpPr>
            <a:cxnSpLocks noChangeAspect="1"/>
          </p:cNvCxnSpPr>
          <p:nvPr/>
        </p:nvCxnSpPr>
        <p:spPr>
          <a:xfrm>
            <a:off x="41441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2" name="Conexão recta 461"/>
          <p:cNvCxnSpPr>
            <a:cxnSpLocks noChangeAspect="1"/>
          </p:cNvCxnSpPr>
          <p:nvPr/>
        </p:nvCxnSpPr>
        <p:spPr>
          <a:xfrm>
            <a:off x="4323955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3" name="Conexão recta 462"/>
          <p:cNvCxnSpPr>
            <a:cxnSpLocks noChangeAspect="1"/>
          </p:cNvCxnSpPr>
          <p:nvPr/>
        </p:nvCxnSpPr>
        <p:spPr>
          <a:xfrm>
            <a:off x="540001" y="306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Conexão recta 463"/>
          <p:cNvCxnSpPr>
            <a:cxnSpLocks noChangeAspect="1"/>
          </p:cNvCxnSpPr>
          <p:nvPr/>
        </p:nvCxnSpPr>
        <p:spPr>
          <a:xfrm>
            <a:off x="540000" y="25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5" name="Conexão recta 464"/>
          <p:cNvCxnSpPr>
            <a:cxnSpLocks noChangeAspect="1"/>
          </p:cNvCxnSpPr>
          <p:nvPr/>
        </p:nvCxnSpPr>
        <p:spPr>
          <a:xfrm>
            <a:off x="72593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6" name="Conexão recta 465"/>
          <p:cNvCxnSpPr>
            <a:cxnSpLocks noChangeAspect="1"/>
          </p:cNvCxnSpPr>
          <p:nvPr/>
        </p:nvCxnSpPr>
        <p:spPr>
          <a:xfrm>
            <a:off x="90593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7" name="Conexão recta 466"/>
          <p:cNvCxnSpPr>
            <a:cxnSpLocks noChangeAspect="1"/>
          </p:cNvCxnSpPr>
          <p:nvPr/>
        </p:nvCxnSpPr>
        <p:spPr>
          <a:xfrm>
            <a:off x="108617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8" name="Conexão recta 467"/>
          <p:cNvCxnSpPr>
            <a:cxnSpLocks noChangeAspect="1"/>
          </p:cNvCxnSpPr>
          <p:nvPr/>
        </p:nvCxnSpPr>
        <p:spPr>
          <a:xfrm>
            <a:off x="126617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Conexão recta 468"/>
          <p:cNvCxnSpPr>
            <a:cxnSpLocks noChangeAspect="1"/>
          </p:cNvCxnSpPr>
          <p:nvPr/>
        </p:nvCxnSpPr>
        <p:spPr>
          <a:xfrm>
            <a:off x="1440000" y="25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0" name="Conexão recta 469"/>
          <p:cNvCxnSpPr>
            <a:cxnSpLocks noChangeAspect="1"/>
          </p:cNvCxnSpPr>
          <p:nvPr/>
        </p:nvCxnSpPr>
        <p:spPr>
          <a:xfrm>
            <a:off x="162601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" name="Conexão recta 470"/>
          <p:cNvCxnSpPr>
            <a:cxnSpLocks noChangeAspect="1"/>
          </p:cNvCxnSpPr>
          <p:nvPr/>
        </p:nvCxnSpPr>
        <p:spPr>
          <a:xfrm>
            <a:off x="1806262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2" name="Conexão recta 471"/>
          <p:cNvCxnSpPr>
            <a:cxnSpLocks noChangeAspect="1"/>
          </p:cNvCxnSpPr>
          <p:nvPr/>
        </p:nvCxnSpPr>
        <p:spPr>
          <a:xfrm>
            <a:off x="1986262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3" name="Conexão recta 472"/>
          <p:cNvCxnSpPr>
            <a:cxnSpLocks noChangeAspect="1"/>
          </p:cNvCxnSpPr>
          <p:nvPr/>
        </p:nvCxnSpPr>
        <p:spPr>
          <a:xfrm>
            <a:off x="216609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4" name="Conexão recta 473"/>
          <p:cNvCxnSpPr>
            <a:cxnSpLocks noChangeAspect="1"/>
          </p:cNvCxnSpPr>
          <p:nvPr/>
        </p:nvCxnSpPr>
        <p:spPr>
          <a:xfrm>
            <a:off x="234609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5" name="Conexão recta 474"/>
          <p:cNvCxnSpPr>
            <a:cxnSpLocks noChangeAspect="1"/>
          </p:cNvCxnSpPr>
          <p:nvPr/>
        </p:nvCxnSpPr>
        <p:spPr>
          <a:xfrm>
            <a:off x="252633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6" name="Conexão recta 475"/>
          <p:cNvCxnSpPr>
            <a:cxnSpLocks noChangeAspect="1"/>
          </p:cNvCxnSpPr>
          <p:nvPr/>
        </p:nvCxnSpPr>
        <p:spPr>
          <a:xfrm>
            <a:off x="270633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7" name="Conexão recta 476"/>
          <p:cNvCxnSpPr>
            <a:cxnSpLocks noChangeAspect="1"/>
          </p:cNvCxnSpPr>
          <p:nvPr/>
        </p:nvCxnSpPr>
        <p:spPr>
          <a:xfrm>
            <a:off x="28861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8" name="Conexão recta 477"/>
          <p:cNvCxnSpPr>
            <a:cxnSpLocks noChangeAspect="1"/>
          </p:cNvCxnSpPr>
          <p:nvPr/>
        </p:nvCxnSpPr>
        <p:spPr>
          <a:xfrm>
            <a:off x="30661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Conexão recta 478"/>
          <p:cNvCxnSpPr>
            <a:cxnSpLocks noChangeAspect="1"/>
          </p:cNvCxnSpPr>
          <p:nvPr/>
        </p:nvCxnSpPr>
        <p:spPr>
          <a:xfrm>
            <a:off x="324641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0" name="Conexão recta 479"/>
          <p:cNvCxnSpPr>
            <a:cxnSpLocks noChangeAspect="1"/>
          </p:cNvCxnSpPr>
          <p:nvPr/>
        </p:nvCxnSpPr>
        <p:spPr>
          <a:xfrm>
            <a:off x="342641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" name="Conexão recta 480"/>
          <p:cNvCxnSpPr>
            <a:cxnSpLocks noChangeAspect="1"/>
          </p:cNvCxnSpPr>
          <p:nvPr/>
        </p:nvCxnSpPr>
        <p:spPr>
          <a:xfrm>
            <a:off x="360625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2" name="Conexão recta 481"/>
          <p:cNvCxnSpPr>
            <a:cxnSpLocks noChangeAspect="1"/>
          </p:cNvCxnSpPr>
          <p:nvPr/>
        </p:nvCxnSpPr>
        <p:spPr>
          <a:xfrm>
            <a:off x="378625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3" name="Conexão recta 482"/>
          <p:cNvCxnSpPr>
            <a:cxnSpLocks noChangeAspect="1"/>
          </p:cNvCxnSpPr>
          <p:nvPr/>
        </p:nvCxnSpPr>
        <p:spPr>
          <a:xfrm>
            <a:off x="39662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4" name="Conexão recta 483"/>
          <p:cNvCxnSpPr>
            <a:cxnSpLocks noChangeAspect="1"/>
          </p:cNvCxnSpPr>
          <p:nvPr/>
        </p:nvCxnSpPr>
        <p:spPr>
          <a:xfrm>
            <a:off x="41462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5" name="Conexão recta 484"/>
          <p:cNvCxnSpPr>
            <a:cxnSpLocks noChangeAspect="1"/>
          </p:cNvCxnSpPr>
          <p:nvPr/>
        </p:nvCxnSpPr>
        <p:spPr>
          <a:xfrm>
            <a:off x="4326110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6" name="Conexão recta 485"/>
          <p:cNvCxnSpPr>
            <a:cxnSpLocks noChangeAspect="1"/>
          </p:cNvCxnSpPr>
          <p:nvPr/>
        </p:nvCxnSpPr>
        <p:spPr>
          <a:xfrm>
            <a:off x="540001" y="252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onexão recta 486"/>
          <p:cNvCxnSpPr>
            <a:cxnSpLocks noChangeAspect="1"/>
          </p:cNvCxnSpPr>
          <p:nvPr/>
        </p:nvCxnSpPr>
        <p:spPr>
          <a:xfrm>
            <a:off x="450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Conexão recta 487"/>
          <p:cNvCxnSpPr>
            <a:cxnSpLocks noChangeAspect="1"/>
          </p:cNvCxnSpPr>
          <p:nvPr/>
        </p:nvCxnSpPr>
        <p:spPr>
          <a:xfrm>
            <a:off x="468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Conexão recta 488"/>
          <p:cNvCxnSpPr>
            <a:cxnSpLocks noChangeAspect="1"/>
          </p:cNvCxnSpPr>
          <p:nvPr/>
        </p:nvCxnSpPr>
        <p:spPr>
          <a:xfrm>
            <a:off x="486025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Conexão recta 489"/>
          <p:cNvCxnSpPr>
            <a:cxnSpLocks noChangeAspect="1"/>
          </p:cNvCxnSpPr>
          <p:nvPr/>
        </p:nvCxnSpPr>
        <p:spPr>
          <a:xfrm>
            <a:off x="504025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Conexão recta 490"/>
          <p:cNvCxnSpPr>
            <a:cxnSpLocks noChangeAspect="1"/>
          </p:cNvCxnSpPr>
          <p:nvPr/>
        </p:nvCxnSpPr>
        <p:spPr>
          <a:xfrm>
            <a:off x="52205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Conexão recta 491"/>
          <p:cNvCxnSpPr>
            <a:cxnSpLocks noChangeAspect="1"/>
          </p:cNvCxnSpPr>
          <p:nvPr/>
        </p:nvCxnSpPr>
        <p:spPr>
          <a:xfrm>
            <a:off x="54005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Conexão recta 492"/>
          <p:cNvCxnSpPr>
            <a:cxnSpLocks noChangeAspect="1"/>
          </p:cNvCxnSpPr>
          <p:nvPr/>
        </p:nvCxnSpPr>
        <p:spPr>
          <a:xfrm>
            <a:off x="558033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Conexão recta 493"/>
          <p:cNvCxnSpPr>
            <a:cxnSpLocks noChangeAspect="1"/>
          </p:cNvCxnSpPr>
          <p:nvPr/>
        </p:nvCxnSpPr>
        <p:spPr>
          <a:xfrm>
            <a:off x="576033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5" name="Conexão recta 494"/>
          <p:cNvCxnSpPr>
            <a:cxnSpLocks noChangeAspect="1"/>
          </p:cNvCxnSpPr>
          <p:nvPr/>
        </p:nvCxnSpPr>
        <p:spPr>
          <a:xfrm>
            <a:off x="5940584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6" name="Conexão recta 495"/>
          <p:cNvCxnSpPr>
            <a:cxnSpLocks noChangeAspect="1"/>
          </p:cNvCxnSpPr>
          <p:nvPr/>
        </p:nvCxnSpPr>
        <p:spPr>
          <a:xfrm>
            <a:off x="6120584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7" name="Conexão recta 496"/>
          <p:cNvCxnSpPr>
            <a:cxnSpLocks noChangeAspect="1"/>
          </p:cNvCxnSpPr>
          <p:nvPr/>
        </p:nvCxnSpPr>
        <p:spPr>
          <a:xfrm>
            <a:off x="630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8" name="Conexão recta 497"/>
          <p:cNvCxnSpPr>
            <a:cxnSpLocks noChangeAspect="1"/>
          </p:cNvCxnSpPr>
          <p:nvPr/>
        </p:nvCxnSpPr>
        <p:spPr>
          <a:xfrm>
            <a:off x="648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9" name="Conexão recta 498"/>
          <p:cNvCxnSpPr>
            <a:cxnSpLocks noChangeAspect="1"/>
          </p:cNvCxnSpPr>
          <p:nvPr/>
        </p:nvCxnSpPr>
        <p:spPr>
          <a:xfrm>
            <a:off x="666066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0" name="Conexão recta 499"/>
          <p:cNvCxnSpPr>
            <a:cxnSpLocks noChangeAspect="1"/>
          </p:cNvCxnSpPr>
          <p:nvPr/>
        </p:nvCxnSpPr>
        <p:spPr>
          <a:xfrm>
            <a:off x="684066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1" name="Conexão recta 500"/>
          <p:cNvCxnSpPr>
            <a:cxnSpLocks noChangeAspect="1"/>
          </p:cNvCxnSpPr>
          <p:nvPr/>
        </p:nvCxnSpPr>
        <p:spPr>
          <a:xfrm>
            <a:off x="70204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2" name="Conexão recta 501"/>
          <p:cNvCxnSpPr>
            <a:cxnSpLocks noChangeAspect="1"/>
          </p:cNvCxnSpPr>
          <p:nvPr/>
        </p:nvCxnSpPr>
        <p:spPr>
          <a:xfrm>
            <a:off x="72004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3" name="Conexão recta 502"/>
          <p:cNvCxnSpPr>
            <a:cxnSpLocks noChangeAspect="1"/>
          </p:cNvCxnSpPr>
          <p:nvPr/>
        </p:nvCxnSpPr>
        <p:spPr>
          <a:xfrm>
            <a:off x="738074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4" name="Conexão recta 503"/>
          <p:cNvCxnSpPr>
            <a:cxnSpLocks noChangeAspect="1"/>
          </p:cNvCxnSpPr>
          <p:nvPr/>
        </p:nvCxnSpPr>
        <p:spPr>
          <a:xfrm>
            <a:off x="756074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5" name="Conexão recta 504"/>
          <p:cNvCxnSpPr>
            <a:cxnSpLocks noChangeAspect="1"/>
          </p:cNvCxnSpPr>
          <p:nvPr/>
        </p:nvCxnSpPr>
        <p:spPr>
          <a:xfrm>
            <a:off x="774057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6" name="Conexão recta 505"/>
          <p:cNvCxnSpPr>
            <a:cxnSpLocks noChangeAspect="1"/>
          </p:cNvCxnSpPr>
          <p:nvPr/>
        </p:nvCxnSpPr>
        <p:spPr>
          <a:xfrm>
            <a:off x="792057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7" name="Conexão recta 506"/>
          <p:cNvCxnSpPr>
            <a:cxnSpLocks noChangeAspect="1"/>
          </p:cNvCxnSpPr>
          <p:nvPr/>
        </p:nvCxnSpPr>
        <p:spPr>
          <a:xfrm>
            <a:off x="81005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8" name="Conexão recta 507"/>
          <p:cNvCxnSpPr>
            <a:cxnSpLocks noChangeAspect="1"/>
          </p:cNvCxnSpPr>
          <p:nvPr/>
        </p:nvCxnSpPr>
        <p:spPr>
          <a:xfrm>
            <a:off x="82805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9" name="Conexão recta 508"/>
          <p:cNvCxnSpPr>
            <a:cxnSpLocks noChangeAspect="1"/>
          </p:cNvCxnSpPr>
          <p:nvPr/>
        </p:nvCxnSpPr>
        <p:spPr>
          <a:xfrm>
            <a:off x="8460432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0" name="Conexão recta 509"/>
          <p:cNvCxnSpPr>
            <a:cxnSpLocks noChangeAspect="1"/>
          </p:cNvCxnSpPr>
          <p:nvPr/>
        </p:nvCxnSpPr>
        <p:spPr>
          <a:xfrm>
            <a:off x="4500001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1" name="Conexão recta 510"/>
          <p:cNvCxnSpPr>
            <a:cxnSpLocks noChangeAspect="1"/>
          </p:cNvCxnSpPr>
          <p:nvPr/>
        </p:nvCxnSpPr>
        <p:spPr>
          <a:xfrm>
            <a:off x="468000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2" name="Conexão recta 511"/>
          <p:cNvCxnSpPr>
            <a:cxnSpLocks noChangeAspect="1"/>
          </p:cNvCxnSpPr>
          <p:nvPr/>
        </p:nvCxnSpPr>
        <p:spPr>
          <a:xfrm>
            <a:off x="485983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3" name="Conexão recta 512"/>
          <p:cNvCxnSpPr>
            <a:cxnSpLocks noChangeAspect="1"/>
          </p:cNvCxnSpPr>
          <p:nvPr/>
        </p:nvCxnSpPr>
        <p:spPr>
          <a:xfrm>
            <a:off x="503983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4" name="Conexão recta 513"/>
          <p:cNvCxnSpPr>
            <a:cxnSpLocks noChangeAspect="1"/>
          </p:cNvCxnSpPr>
          <p:nvPr/>
        </p:nvCxnSpPr>
        <p:spPr>
          <a:xfrm>
            <a:off x="522008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Conexão recta 514"/>
          <p:cNvCxnSpPr>
            <a:cxnSpLocks noChangeAspect="1"/>
          </p:cNvCxnSpPr>
          <p:nvPr/>
        </p:nvCxnSpPr>
        <p:spPr>
          <a:xfrm>
            <a:off x="540008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Conexão recta 515"/>
          <p:cNvCxnSpPr>
            <a:cxnSpLocks noChangeAspect="1"/>
          </p:cNvCxnSpPr>
          <p:nvPr/>
        </p:nvCxnSpPr>
        <p:spPr>
          <a:xfrm>
            <a:off x="557991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7" name="Conexão recta 516"/>
          <p:cNvCxnSpPr>
            <a:cxnSpLocks noChangeAspect="1"/>
          </p:cNvCxnSpPr>
          <p:nvPr/>
        </p:nvCxnSpPr>
        <p:spPr>
          <a:xfrm>
            <a:off x="575991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Conexão recta 517"/>
          <p:cNvCxnSpPr>
            <a:cxnSpLocks noChangeAspect="1"/>
          </p:cNvCxnSpPr>
          <p:nvPr/>
        </p:nvCxnSpPr>
        <p:spPr>
          <a:xfrm>
            <a:off x="5940164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Conexão recta 518"/>
          <p:cNvCxnSpPr>
            <a:cxnSpLocks noChangeAspect="1"/>
          </p:cNvCxnSpPr>
          <p:nvPr/>
        </p:nvCxnSpPr>
        <p:spPr>
          <a:xfrm>
            <a:off x="6120164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Conexão recta 519"/>
          <p:cNvCxnSpPr>
            <a:cxnSpLocks noChangeAspect="1"/>
          </p:cNvCxnSpPr>
          <p:nvPr/>
        </p:nvCxnSpPr>
        <p:spPr>
          <a:xfrm>
            <a:off x="6300001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1" name="Conexão recta 520"/>
          <p:cNvCxnSpPr>
            <a:cxnSpLocks noChangeAspect="1"/>
          </p:cNvCxnSpPr>
          <p:nvPr/>
        </p:nvCxnSpPr>
        <p:spPr>
          <a:xfrm>
            <a:off x="648000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2" name="Conexão recta 521"/>
          <p:cNvCxnSpPr>
            <a:cxnSpLocks noChangeAspect="1"/>
          </p:cNvCxnSpPr>
          <p:nvPr/>
        </p:nvCxnSpPr>
        <p:spPr>
          <a:xfrm>
            <a:off x="666024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3" name="Conexão recta 522"/>
          <p:cNvCxnSpPr>
            <a:cxnSpLocks noChangeAspect="1"/>
          </p:cNvCxnSpPr>
          <p:nvPr/>
        </p:nvCxnSpPr>
        <p:spPr>
          <a:xfrm>
            <a:off x="684024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4" name="Conexão recta 523"/>
          <p:cNvCxnSpPr>
            <a:cxnSpLocks noChangeAspect="1"/>
          </p:cNvCxnSpPr>
          <p:nvPr/>
        </p:nvCxnSpPr>
        <p:spPr>
          <a:xfrm>
            <a:off x="70200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5" name="Conexão recta 524"/>
          <p:cNvCxnSpPr>
            <a:cxnSpLocks noChangeAspect="1"/>
          </p:cNvCxnSpPr>
          <p:nvPr/>
        </p:nvCxnSpPr>
        <p:spPr>
          <a:xfrm>
            <a:off x="72000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6" name="Conexão recta 525"/>
          <p:cNvCxnSpPr>
            <a:cxnSpLocks noChangeAspect="1"/>
          </p:cNvCxnSpPr>
          <p:nvPr/>
        </p:nvCxnSpPr>
        <p:spPr>
          <a:xfrm>
            <a:off x="7380321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7" name="Conexão recta 526"/>
          <p:cNvCxnSpPr>
            <a:cxnSpLocks noChangeAspect="1"/>
          </p:cNvCxnSpPr>
          <p:nvPr/>
        </p:nvCxnSpPr>
        <p:spPr>
          <a:xfrm>
            <a:off x="756032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8" name="Conexão recta 527"/>
          <p:cNvCxnSpPr>
            <a:cxnSpLocks noChangeAspect="1"/>
          </p:cNvCxnSpPr>
          <p:nvPr/>
        </p:nvCxnSpPr>
        <p:spPr>
          <a:xfrm>
            <a:off x="774015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Conexão recta 528"/>
          <p:cNvCxnSpPr>
            <a:cxnSpLocks noChangeAspect="1"/>
          </p:cNvCxnSpPr>
          <p:nvPr/>
        </p:nvCxnSpPr>
        <p:spPr>
          <a:xfrm>
            <a:off x="792015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0" name="Conexão recta 529"/>
          <p:cNvCxnSpPr>
            <a:cxnSpLocks noChangeAspect="1"/>
          </p:cNvCxnSpPr>
          <p:nvPr/>
        </p:nvCxnSpPr>
        <p:spPr>
          <a:xfrm>
            <a:off x="81001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1" name="Conexão recta 530"/>
          <p:cNvCxnSpPr>
            <a:cxnSpLocks noChangeAspect="1"/>
          </p:cNvCxnSpPr>
          <p:nvPr/>
        </p:nvCxnSpPr>
        <p:spPr>
          <a:xfrm>
            <a:off x="82801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2" name="Conexão recta 531"/>
          <p:cNvCxnSpPr>
            <a:cxnSpLocks noChangeAspect="1"/>
          </p:cNvCxnSpPr>
          <p:nvPr/>
        </p:nvCxnSpPr>
        <p:spPr>
          <a:xfrm>
            <a:off x="8460012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Conexão recta 532"/>
          <p:cNvCxnSpPr>
            <a:cxnSpLocks noChangeAspect="1"/>
          </p:cNvCxnSpPr>
          <p:nvPr/>
        </p:nvCxnSpPr>
        <p:spPr>
          <a:xfrm>
            <a:off x="540001" y="216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Conexão recta 533"/>
          <p:cNvCxnSpPr>
            <a:cxnSpLocks noChangeAspect="1"/>
          </p:cNvCxnSpPr>
          <p:nvPr/>
        </p:nvCxnSpPr>
        <p:spPr>
          <a:xfrm>
            <a:off x="54394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5" name="Conexão recta 534"/>
          <p:cNvCxnSpPr>
            <a:cxnSpLocks noChangeAspect="1"/>
          </p:cNvCxnSpPr>
          <p:nvPr/>
        </p:nvCxnSpPr>
        <p:spPr>
          <a:xfrm>
            <a:off x="72377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6" name="Conexão recta 535"/>
          <p:cNvCxnSpPr>
            <a:cxnSpLocks noChangeAspect="1"/>
          </p:cNvCxnSpPr>
          <p:nvPr/>
        </p:nvCxnSpPr>
        <p:spPr>
          <a:xfrm>
            <a:off x="90377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7" name="Conexão recta 536"/>
          <p:cNvCxnSpPr>
            <a:cxnSpLocks noChangeAspect="1"/>
          </p:cNvCxnSpPr>
          <p:nvPr/>
        </p:nvCxnSpPr>
        <p:spPr>
          <a:xfrm>
            <a:off x="108402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8" name="Conexão recta 537"/>
          <p:cNvCxnSpPr>
            <a:cxnSpLocks noChangeAspect="1"/>
          </p:cNvCxnSpPr>
          <p:nvPr/>
        </p:nvCxnSpPr>
        <p:spPr>
          <a:xfrm>
            <a:off x="126402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9" name="Conexão recta 538"/>
          <p:cNvCxnSpPr>
            <a:cxnSpLocks noChangeAspect="1"/>
          </p:cNvCxnSpPr>
          <p:nvPr/>
        </p:nvCxnSpPr>
        <p:spPr>
          <a:xfrm>
            <a:off x="144385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0" name="Conexão recta 539"/>
          <p:cNvCxnSpPr>
            <a:cxnSpLocks noChangeAspect="1"/>
          </p:cNvCxnSpPr>
          <p:nvPr/>
        </p:nvCxnSpPr>
        <p:spPr>
          <a:xfrm>
            <a:off x="162385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1" name="Conexão recta 540"/>
          <p:cNvCxnSpPr>
            <a:cxnSpLocks noChangeAspect="1"/>
          </p:cNvCxnSpPr>
          <p:nvPr/>
        </p:nvCxnSpPr>
        <p:spPr>
          <a:xfrm>
            <a:off x="180410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2" name="Conexão recta 541"/>
          <p:cNvCxnSpPr>
            <a:cxnSpLocks noChangeAspect="1"/>
          </p:cNvCxnSpPr>
          <p:nvPr/>
        </p:nvCxnSpPr>
        <p:spPr>
          <a:xfrm>
            <a:off x="198410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3" name="Conexão recta 542"/>
          <p:cNvCxnSpPr>
            <a:cxnSpLocks noChangeAspect="1"/>
          </p:cNvCxnSpPr>
          <p:nvPr/>
        </p:nvCxnSpPr>
        <p:spPr>
          <a:xfrm>
            <a:off x="216394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4" name="Conexão recta 543"/>
          <p:cNvCxnSpPr>
            <a:cxnSpLocks noChangeAspect="1"/>
          </p:cNvCxnSpPr>
          <p:nvPr/>
        </p:nvCxnSpPr>
        <p:spPr>
          <a:xfrm>
            <a:off x="234394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5" name="Conexão recta 544"/>
          <p:cNvCxnSpPr>
            <a:cxnSpLocks noChangeAspect="1"/>
          </p:cNvCxnSpPr>
          <p:nvPr/>
        </p:nvCxnSpPr>
        <p:spPr>
          <a:xfrm>
            <a:off x="252418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6" name="Conexão recta 545"/>
          <p:cNvCxnSpPr>
            <a:cxnSpLocks noChangeAspect="1"/>
          </p:cNvCxnSpPr>
          <p:nvPr/>
        </p:nvCxnSpPr>
        <p:spPr>
          <a:xfrm>
            <a:off x="270418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7" name="Conexão recta 546"/>
          <p:cNvCxnSpPr>
            <a:cxnSpLocks noChangeAspect="1"/>
          </p:cNvCxnSpPr>
          <p:nvPr/>
        </p:nvCxnSpPr>
        <p:spPr>
          <a:xfrm>
            <a:off x="28840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8" name="Conexão recta 547"/>
          <p:cNvCxnSpPr>
            <a:cxnSpLocks noChangeAspect="1"/>
          </p:cNvCxnSpPr>
          <p:nvPr/>
        </p:nvCxnSpPr>
        <p:spPr>
          <a:xfrm>
            <a:off x="30640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9" name="Conexão recta 548"/>
          <p:cNvCxnSpPr>
            <a:cxnSpLocks noChangeAspect="1"/>
          </p:cNvCxnSpPr>
          <p:nvPr/>
        </p:nvCxnSpPr>
        <p:spPr>
          <a:xfrm>
            <a:off x="324426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0" name="Conexão recta 549"/>
          <p:cNvCxnSpPr>
            <a:cxnSpLocks noChangeAspect="1"/>
          </p:cNvCxnSpPr>
          <p:nvPr/>
        </p:nvCxnSpPr>
        <p:spPr>
          <a:xfrm>
            <a:off x="342426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1" name="Conexão recta 550"/>
          <p:cNvCxnSpPr>
            <a:cxnSpLocks noChangeAspect="1"/>
          </p:cNvCxnSpPr>
          <p:nvPr/>
        </p:nvCxnSpPr>
        <p:spPr>
          <a:xfrm>
            <a:off x="360409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2" name="Conexão recta 551"/>
          <p:cNvCxnSpPr>
            <a:cxnSpLocks noChangeAspect="1"/>
          </p:cNvCxnSpPr>
          <p:nvPr/>
        </p:nvCxnSpPr>
        <p:spPr>
          <a:xfrm>
            <a:off x="378409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3" name="Conexão recta 552"/>
          <p:cNvCxnSpPr>
            <a:cxnSpLocks noChangeAspect="1"/>
          </p:cNvCxnSpPr>
          <p:nvPr/>
        </p:nvCxnSpPr>
        <p:spPr>
          <a:xfrm>
            <a:off x="39641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4" name="Conexão recta 553"/>
          <p:cNvCxnSpPr>
            <a:cxnSpLocks noChangeAspect="1"/>
          </p:cNvCxnSpPr>
          <p:nvPr/>
        </p:nvCxnSpPr>
        <p:spPr>
          <a:xfrm>
            <a:off x="41441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5" name="Conexão recta 554"/>
          <p:cNvCxnSpPr>
            <a:cxnSpLocks noChangeAspect="1"/>
          </p:cNvCxnSpPr>
          <p:nvPr/>
        </p:nvCxnSpPr>
        <p:spPr>
          <a:xfrm>
            <a:off x="4323955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6" name="Conexão recta 555"/>
          <p:cNvCxnSpPr>
            <a:cxnSpLocks noChangeAspect="1"/>
          </p:cNvCxnSpPr>
          <p:nvPr/>
        </p:nvCxnSpPr>
        <p:spPr>
          <a:xfrm>
            <a:off x="540001" y="162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Conexão recta 556"/>
          <p:cNvCxnSpPr>
            <a:cxnSpLocks noChangeAspect="1"/>
          </p:cNvCxnSpPr>
          <p:nvPr/>
        </p:nvCxnSpPr>
        <p:spPr>
          <a:xfrm>
            <a:off x="54609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8" name="Conexão recta 557"/>
          <p:cNvCxnSpPr>
            <a:cxnSpLocks noChangeAspect="1"/>
          </p:cNvCxnSpPr>
          <p:nvPr/>
        </p:nvCxnSpPr>
        <p:spPr>
          <a:xfrm>
            <a:off x="72593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9" name="Conexão recta 558"/>
          <p:cNvCxnSpPr>
            <a:cxnSpLocks noChangeAspect="1"/>
          </p:cNvCxnSpPr>
          <p:nvPr/>
        </p:nvCxnSpPr>
        <p:spPr>
          <a:xfrm>
            <a:off x="90593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0" name="Conexão recta 559"/>
          <p:cNvCxnSpPr>
            <a:cxnSpLocks noChangeAspect="1"/>
          </p:cNvCxnSpPr>
          <p:nvPr/>
        </p:nvCxnSpPr>
        <p:spPr>
          <a:xfrm>
            <a:off x="108617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1" name="Conexão recta 560"/>
          <p:cNvCxnSpPr>
            <a:cxnSpLocks noChangeAspect="1"/>
          </p:cNvCxnSpPr>
          <p:nvPr/>
        </p:nvCxnSpPr>
        <p:spPr>
          <a:xfrm>
            <a:off x="126617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2" name="Conexão recta 561"/>
          <p:cNvCxnSpPr>
            <a:cxnSpLocks noChangeAspect="1"/>
          </p:cNvCxnSpPr>
          <p:nvPr/>
        </p:nvCxnSpPr>
        <p:spPr>
          <a:xfrm>
            <a:off x="144601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3" name="Conexão recta 562"/>
          <p:cNvCxnSpPr>
            <a:cxnSpLocks noChangeAspect="1"/>
          </p:cNvCxnSpPr>
          <p:nvPr/>
        </p:nvCxnSpPr>
        <p:spPr>
          <a:xfrm>
            <a:off x="162601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4" name="Conexão recta 563"/>
          <p:cNvCxnSpPr>
            <a:cxnSpLocks noChangeAspect="1"/>
          </p:cNvCxnSpPr>
          <p:nvPr/>
        </p:nvCxnSpPr>
        <p:spPr>
          <a:xfrm>
            <a:off x="1806262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5" name="Conexão recta 564"/>
          <p:cNvCxnSpPr>
            <a:cxnSpLocks noChangeAspect="1"/>
          </p:cNvCxnSpPr>
          <p:nvPr/>
        </p:nvCxnSpPr>
        <p:spPr>
          <a:xfrm>
            <a:off x="1986262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6" name="Conexão recta 565"/>
          <p:cNvCxnSpPr>
            <a:cxnSpLocks noChangeAspect="1"/>
          </p:cNvCxnSpPr>
          <p:nvPr/>
        </p:nvCxnSpPr>
        <p:spPr>
          <a:xfrm>
            <a:off x="216609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7" name="Conexão recta 566"/>
          <p:cNvCxnSpPr>
            <a:cxnSpLocks noChangeAspect="1"/>
          </p:cNvCxnSpPr>
          <p:nvPr/>
        </p:nvCxnSpPr>
        <p:spPr>
          <a:xfrm>
            <a:off x="234609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8" name="Conexão recta 567"/>
          <p:cNvCxnSpPr>
            <a:cxnSpLocks noChangeAspect="1"/>
          </p:cNvCxnSpPr>
          <p:nvPr/>
        </p:nvCxnSpPr>
        <p:spPr>
          <a:xfrm>
            <a:off x="252633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9" name="Conexão recta 568"/>
          <p:cNvCxnSpPr>
            <a:cxnSpLocks noChangeAspect="1"/>
          </p:cNvCxnSpPr>
          <p:nvPr/>
        </p:nvCxnSpPr>
        <p:spPr>
          <a:xfrm>
            <a:off x="270633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0" name="Conexão recta 569"/>
          <p:cNvCxnSpPr>
            <a:cxnSpLocks noChangeAspect="1"/>
          </p:cNvCxnSpPr>
          <p:nvPr/>
        </p:nvCxnSpPr>
        <p:spPr>
          <a:xfrm>
            <a:off x="28861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1" name="Conexão recta 570"/>
          <p:cNvCxnSpPr>
            <a:cxnSpLocks noChangeAspect="1"/>
          </p:cNvCxnSpPr>
          <p:nvPr/>
        </p:nvCxnSpPr>
        <p:spPr>
          <a:xfrm>
            <a:off x="30661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2" name="Conexão recta 571"/>
          <p:cNvCxnSpPr>
            <a:cxnSpLocks noChangeAspect="1"/>
          </p:cNvCxnSpPr>
          <p:nvPr/>
        </p:nvCxnSpPr>
        <p:spPr>
          <a:xfrm>
            <a:off x="324641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3" name="Conexão recta 572"/>
          <p:cNvCxnSpPr>
            <a:cxnSpLocks noChangeAspect="1"/>
          </p:cNvCxnSpPr>
          <p:nvPr/>
        </p:nvCxnSpPr>
        <p:spPr>
          <a:xfrm>
            <a:off x="342641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4" name="Conexão recta 573"/>
          <p:cNvCxnSpPr>
            <a:cxnSpLocks noChangeAspect="1"/>
          </p:cNvCxnSpPr>
          <p:nvPr/>
        </p:nvCxnSpPr>
        <p:spPr>
          <a:xfrm>
            <a:off x="360625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5" name="Conexão recta 574"/>
          <p:cNvCxnSpPr>
            <a:cxnSpLocks noChangeAspect="1"/>
          </p:cNvCxnSpPr>
          <p:nvPr/>
        </p:nvCxnSpPr>
        <p:spPr>
          <a:xfrm>
            <a:off x="378625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6" name="Conexão recta 575"/>
          <p:cNvCxnSpPr>
            <a:cxnSpLocks noChangeAspect="1"/>
          </p:cNvCxnSpPr>
          <p:nvPr/>
        </p:nvCxnSpPr>
        <p:spPr>
          <a:xfrm>
            <a:off x="39662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7" name="Conexão recta 576"/>
          <p:cNvCxnSpPr>
            <a:cxnSpLocks noChangeAspect="1"/>
          </p:cNvCxnSpPr>
          <p:nvPr/>
        </p:nvCxnSpPr>
        <p:spPr>
          <a:xfrm>
            <a:off x="41462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8" name="Conexão recta 577"/>
          <p:cNvCxnSpPr>
            <a:cxnSpLocks noChangeAspect="1"/>
          </p:cNvCxnSpPr>
          <p:nvPr/>
        </p:nvCxnSpPr>
        <p:spPr>
          <a:xfrm>
            <a:off x="4326110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9" name="Conexão recta 578"/>
          <p:cNvCxnSpPr>
            <a:cxnSpLocks noChangeAspect="1"/>
          </p:cNvCxnSpPr>
          <p:nvPr/>
        </p:nvCxnSpPr>
        <p:spPr>
          <a:xfrm>
            <a:off x="540001" y="108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Conexão recta 579"/>
          <p:cNvCxnSpPr>
            <a:cxnSpLocks noChangeAspect="1"/>
          </p:cNvCxnSpPr>
          <p:nvPr/>
        </p:nvCxnSpPr>
        <p:spPr>
          <a:xfrm>
            <a:off x="450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1" name="Conexão recta 580"/>
          <p:cNvCxnSpPr>
            <a:cxnSpLocks noChangeAspect="1"/>
          </p:cNvCxnSpPr>
          <p:nvPr/>
        </p:nvCxnSpPr>
        <p:spPr>
          <a:xfrm>
            <a:off x="468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2" name="Conexão recta 581"/>
          <p:cNvCxnSpPr>
            <a:cxnSpLocks noChangeAspect="1"/>
          </p:cNvCxnSpPr>
          <p:nvPr/>
        </p:nvCxnSpPr>
        <p:spPr>
          <a:xfrm>
            <a:off x="486025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3" name="Conexão recta 582"/>
          <p:cNvCxnSpPr>
            <a:cxnSpLocks noChangeAspect="1"/>
          </p:cNvCxnSpPr>
          <p:nvPr/>
        </p:nvCxnSpPr>
        <p:spPr>
          <a:xfrm>
            <a:off x="504025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4" name="Conexão recta 583"/>
          <p:cNvCxnSpPr>
            <a:cxnSpLocks noChangeAspect="1"/>
          </p:cNvCxnSpPr>
          <p:nvPr/>
        </p:nvCxnSpPr>
        <p:spPr>
          <a:xfrm>
            <a:off x="522050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5" name="Conexão recta 584"/>
          <p:cNvCxnSpPr>
            <a:cxnSpLocks noChangeAspect="1"/>
          </p:cNvCxnSpPr>
          <p:nvPr/>
        </p:nvCxnSpPr>
        <p:spPr>
          <a:xfrm>
            <a:off x="540050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6" name="Conexão recta 585"/>
          <p:cNvCxnSpPr>
            <a:cxnSpLocks noChangeAspect="1"/>
          </p:cNvCxnSpPr>
          <p:nvPr/>
        </p:nvCxnSpPr>
        <p:spPr>
          <a:xfrm>
            <a:off x="558033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7" name="Conexão recta 586"/>
          <p:cNvCxnSpPr>
            <a:cxnSpLocks noChangeAspect="1"/>
          </p:cNvCxnSpPr>
          <p:nvPr/>
        </p:nvCxnSpPr>
        <p:spPr>
          <a:xfrm>
            <a:off x="576033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8" name="Conexão recta 587"/>
          <p:cNvCxnSpPr>
            <a:cxnSpLocks noChangeAspect="1"/>
          </p:cNvCxnSpPr>
          <p:nvPr/>
        </p:nvCxnSpPr>
        <p:spPr>
          <a:xfrm>
            <a:off x="5940584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9" name="Conexão recta 588"/>
          <p:cNvCxnSpPr>
            <a:cxnSpLocks noChangeAspect="1"/>
          </p:cNvCxnSpPr>
          <p:nvPr/>
        </p:nvCxnSpPr>
        <p:spPr>
          <a:xfrm>
            <a:off x="6120584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0" name="Conexão recta 589"/>
          <p:cNvCxnSpPr>
            <a:cxnSpLocks noChangeAspect="1"/>
          </p:cNvCxnSpPr>
          <p:nvPr/>
        </p:nvCxnSpPr>
        <p:spPr>
          <a:xfrm>
            <a:off x="630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1" name="Conexão recta 590"/>
          <p:cNvCxnSpPr>
            <a:cxnSpLocks noChangeAspect="1"/>
          </p:cNvCxnSpPr>
          <p:nvPr/>
        </p:nvCxnSpPr>
        <p:spPr>
          <a:xfrm>
            <a:off x="648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2" name="Conexão recta 591"/>
          <p:cNvCxnSpPr>
            <a:cxnSpLocks noChangeAspect="1"/>
          </p:cNvCxnSpPr>
          <p:nvPr/>
        </p:nvCxnSpPr>
        <p:spPr>
          <a:xfrm>
            <a:off x="666066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3" name="Conexão recta 592"/>
          <p:cNvCxnSpPr>
            <a:cxnSpLocks noChangeAspect="1"/>
          </p:cNvCxnSpPr>
          <p:nvPr/>
        </p:nvCxnSpPr>
        <p:spPr>
          <a:xfrm>
            <a:off x="684066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4" name="Conexão recta 593"/>
          <p:cNvCxnSpPr>
            <a:cxnSpLocks noChangeAspect="1"/>
          </p:cNvCxnSpPr>
          <p:nvPr/>
        </p:nvCxnSpPr>
        <p:spPr>
          <a:xfrm>
            <a:off x="70204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5" name="Conexão recta 594"/>
          <p:cNvCxnSpPr>
            <a:cxnSpLocks noChangeAspect="1"/>
          </p:cNvCxnSpPr>
          <p:nvPr/>
        </p:nvCxnSpPr>
        <p:spPr>
          <a:xfrm>
            <a:off x="72004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6" name="Conexão recta 595"/>
          <p:cNvCxnSpPr>
            <a:cxnSpLocks noChangeAspect="1"/>
          </p:cNvCxnSpPr>
          <p:nvPr/>
        </p:nvCxnSpPr>
        <p:spPr>
          <a:xfrm>
            <a:off x="738074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7" name="Conexão recta 596"/>
          <p:cNvCxnSpPr>
            <a:cxnSpLocks noChangeAspect="1"/>
          </p:cNvCxnSpPr>
          <p:nvPr/>
        </p:nvCxnSpPr>
        <p:spPr>
          <a:xfrm>
            <a:off x="756074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8" name="Conexão recta 597"/>
          <p:cNvCxnSpPr>
            <a:cxnSpLocks noChangeAspect="1"/>
          </p:cNvCxnSpPr>
          <p:nvPr/>
        </p:nvCxnSpPr>
        <p:spPr>
          <a:xfrm>
            <a:off x="774057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9" name="Conexão recta 598"/>
          <p:cNvCxnSpPr>
            <a:cxnSpLocks noChangeAspect="1"/>
          </p:cNvCxnSpPr>
          <p:nvPr/>
        </p:nvCxnSpPr>
        <p:spPr>
          <a:xfrm>
            <a:off x="792057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0" name="Conexão recta 599"/>
          <p:cNvCxnSpPr>
            <a:cxnSpLocks noChangeAspect="1"/>
          </p:cNvCxnSpPr>
          <p:nvPr/>
        </p:nvCxnSpPr>
        <p:spPr>
          <a:xfrm>
            <a:off x="81005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1" name="Conexão recta 600"/>
          <p:cNvCxnSpPr>
            <a:cxnSpLocks noChangeAspect="1"/>
          </p:cNvCxnSpPr>
          <p:nvPr/>
        </p:nvCxnSpPr>
        <p:spPr>
          <a:xfrm>
            <a:off x="82805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2" name="Conexão recta 601"/>
          <p:cNvCxnSpPr>
            <a:cxnSpLocks noChangeAspect="1"/>
          </p:cNvCxnSpPr>
          <p:nvPr/>
        </p:nvCxnSpPr>
        <p:spPr>
          <a:xfrm>
            <a:off x="8460432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3" name="Conexão recta 602"/>
          <p:cNvCxnSpPr>
            <a:cxnSpLocks noChangeAspect="1"/>
          </p:cNvCxnSpPr>
          <p:nvPr/>
        </p:nvCxnSpPr>
        <p:spPr>
          <a:xfrm>
            <a:off x="4500001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4" name="Conexão recta 603"/>
          <p:cNvCxnSpPr>
            <a:cxnSpLocks noChangeAspect="1"/>
          </p:cNvCxnSpPr>
          <p:nvPr/>
        </p:nvCxnSpPr>
        <p:spPr>
          <a:xfrm>
            <a:off x="468000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5" name="Conexão recta 604"/>
          <p:cNvCxnSpPr>
            <a:cxnSpLocks noChangeAspect="1"/>
          </p:cNvCxnSpPr>
          <p:nvPr/>
        </p:nvCxnSpPr>
        <p:spPr>
          <a:xfrm>
            <a:off x="485983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6" name="Conexão recta 605"/>
          <p:cNvCxnSpPr>
            <a:cxnSpLocks noChangeAspect="1"/>
          </p:cNvCxnSpPr>
          <p:nvPr/>
        </p:nvCxnSpPr>
        <p:spPr>
          <a:xfrm>
            <a:off x="503983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7" name="Conexão recta 606"/>
          <p:cNvCxnSpPr>
            <a:cxnSpLocks noChangeAspect="1"/>
          </p:cNvCxnSpPr>
          <p:nvPr/>
        </p:nvCxnSpPr>
        <p:spPr>
          <a:xfrm>
            <a:off x="522008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8" name="Conexão recta 607"/>
          <p:cNvCxnSpPr>
            <a:cxnSpLocks noChangeAspect="1"/>
          </p:cNvCxnSpPr>
          <p:nvPr/>
        </p:nvCxnSpPr>
        <p:spPr>
          <a:xfrm>
            <a:off x="540008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9" name="Conexão recta 608"/>
          <p:cNvCxnSpPr>
            <a:cxnSpLocks noChangeAspect="1"/>
          </p:cNvCxnSpPr>
          <p:nvPr/>
        </p:nvCxnSpPr>
        <p:spPr>
          <a:xfrm>
            <a:off x="557991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0" name="Conexão recta 609"/>
          <p:cNvCxnSpPr>
            <a:cxnSpLocks noChangeAspect="1"/>
          </p:cNvCxnSpPr>
          <p:nvPr/>
        </p:nvCxnSpPr>
        <p:spPr>
          <a:xfrm>
            <a:off x="575991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1" name="Conexão recta 610"/>
          <p:cNvCxnSpPr>
            <a:cxnSpLocks noChangeAspect="1"/>
          </p:cNvCxnSpPr>
          <p:nvPr/>
        </p:nvCxnSpPr>
        <p:spPr>
          <a:xfrm>
            <a:off x="5940164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2" name="Conexão recta 611"/>
          <p:cNvCxnSpPr>
            <a:cxnSpLocks noChangeAspect="1"/>
          </p:cNvCxnSpPr>
          <p:nvPr/>
        </p:nvCxnSpPr>
        <p:spPr>
          <a:xfrm>
            <a:off x="6120164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3" name="Conexão recta 612"/>
          <p:cNvCxnSpPr>
            <a:cxnSpLocks noChangeAspect="1"/>
          </p:cNvCxnSpPr>
          <p:nvPr/>
        </p:nvCxnSpPr>
        <p:spPr>
          <a:xfrm>
            <a:off x="6300001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4" name="Conexão recta 613"/>
          <p:cNvCxnSpPr>
            <a:cxnSpLocks noChangeAspect="1"/>
          </p:cNvCxnSpPr>
          <p:nvPr/>
        </p:nvCxnSpPr>
        <p:spPr>
          <a:xfrm>
            <a:off x="648000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5" name="Conexão recta 614"/>
          <p:cNvCxnSpPr>
            <a:cxnSpLocks noChangeAspect="1"/>
          </p:cNvCxnSpPr>
          <p:nvPr/>
        </p:nvCxnSpPr>
        <p:spPr>
          <a:xfrm>
            <a:off x="666024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" name="Conexão recta 615"/>
          <p:cNvCxnSpPr>
            <a:cxnSpLocks noChangeAspect="1"/>
          </p:cNvCxnSpPr>
          <p:nvPr/>
        </p:nvCxnSpPr>
        <p:spPr>
          <a:xfrm>
            <a:off x="684024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7" name="Conexão recta 616"/>
          <p:cNvCxnSpPr>
            <a:cxnSpLocks noChangeAspect="1"/>
          </p:cNvCxnSpPr>
          <p:nvPr/>
        </p:nvCxnSpPr>
        <p:spPr>
          <a:xfrm>
            <a:off x="70200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8" name="Conexão recta 617"/>
          <p:cNvCxnSpPr>
            <a:cxnSpLocks noChangeAspect="1"/>
          </p:cNvCxnSpPr>
          <p:nvPr/>
        </p:nvCxnSpPr>
        <p:spPr>
          <a:xfrm>
            <a:off x="72000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9" name="Conexão recta 618"/>
          <p:cNvCxnSpPr>
            <a:cxnSpLocks noChangeAspect="1"/>
          </p:cNvCxnSpPr>
          <p:nvPr/>
        </p:nvCxnSpPr>
        <p:spPr>
          <a:xfrm>
            <a:off x="7380321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0" name="Conexão recta 619"/>
          <p:cNvCxnSpPr>
            <a:cxnSpLocks noChangeAspect="1"/>
          </p:cNvCxnSpPr>
          <p:nvPr/>
        </p:nvCxnSpPr>
        <p:spPr>
          <a:xfrm>
            <a:off x="756032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1" name="Conexão recta 620"/>
          <p:cNvCxnSpPr>
            <a:cxnSpLocks noChangeAspect="1"/>
          </p:cNvCxnSpPr>
          <p:nvPr/>
        </p:nvCxnSpPr>
        <p:spPr>
          <a:xfrm>
            <a:off x="774015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2" name="Conexão recta 621"/>
          <p:cNvCxnSpPr>
            <a:cxnSpLocks noChangeAspect="1"/>
          </p:cNvCxnSpPr>
          <p:nvPr/>
        </p:nvCxnSpPr>
        <p:spPr>
          <a:xfrm>
            <a:off x="792015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Conexão recta 622"/>
          <p:cNvCxnSpPr>
            <a:cxnSpLocks noChangeAspect="1"/>
          </p:cNvCxnSpPr>
          <p:nvPr/>
        </p:nvCxnSpPr>
        <p:spPr>
          <a:xfrm>
            <a:off x="81001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4" name="Conexão recta 623"/>
          <p:cNvCxnSpPr>
            <a:cxnSpLocks noChangeAspect="1"/>
          </p:cNvCxnSpPr>
          <p:nvPr/>
        </p:nvCxnSpPr>
        <p:spPr>
          <a:xfrm>
            <a:off x="82801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Conexão recta 624"/>
          <p:cNvCxnSpPr>
            <a:cxnSpLocks noChangeAspect="1"/>
          </p:cNvCxnSpPr>
          <p:nvPr/>
        </p:nvCxnSpPr>
        <p:spPr>
          <a:xfrm>
            <a:off x="8460012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Conexão recta 625"/>
          <p:cNvCxnSpPr>
            <a:cxnSpLocks noChangeAspect="1"/>
          </p:cNvCxnSpPr>
          <p:nvPr/>
        </p:nvCxnSpPr>
        <p:spPr>
          <a:xfrm>
            <a:off x="540001" y="900000"/>
            <a:ext cx="79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Conexão recta 626"/>
          <p:cNvCxnSpPr>
            <a:cxnSpLocks noChangeAspect="1"/>
          </p:cNvCxnSpPr>
          <p:nvPr/>
        </p:nvCxnSpPr>
        <p:spPr>
          <a:xfrm>
            <a:off x="180001" y="720000"/>
            <a:ext cx="864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Conexão recta 627"/>
          <p:cNvCxnSpPr>
            <a:cxnSpLocks noChangeAspect="1"/>
          </p:cNvCxnSpPr>
          <p:nvPr/>
        </p:nvCxnSpPr>
        <p:spPr>
          <a:xfrm>
            <a:off x="36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9" name="Conexão recta 628"/>
          <p:cNvCxnSpPr>
            <a:cxnSpLocks noChangeAspect="1"/>
          </p:cNvCxnSpPr>
          <p:nvPr/>
        </p:nvCxnSpPr>
        <p:spPr>
          <a:xfrm>
            <a:off x="54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0" name="Conexão recta 629"/>
          <p:cNvCxnSpPr>
            <a:cxnSpLocks noChangeAspect="1"/>
          </p:cNvCxnSpPr>
          <p:nvPr/>
        </p:nvCxnSpPr>
        <p:spPr>
          <a:xfrm>
            <a:off x="72377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1" name="Conexão recta 630"/>
          <p:cNvCxnSpPr>
            <a:cxnSpLocks noChangeAspect="1"/>
          </p:cNvCxnSpPr>
          <p:nvPr/>
        </p:nvCxnSpPr>
        <p:spPr>
          <a:xfrm>
            <a:off x="90377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2" name="Conexão recta 631"/>
          <p:cNvCxnSpPr>
            <a:cxnSpLocks noChangeAspect="1"/>
          </p:cNvCxnSpPr>
          <p:nvPr/>
        </p:nvCxnSpPr>
        <p:spPr>
          <a:xfrm>
            <a:off x="108402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3" name="Conexão recta 632"/>
          <p:cNvCxnSpPr>
            <a:cxnSpLocks noChangeAspect="1"/>
          </p:cNvCxnSpPr>
          <p:nvPr/>
        </p:nvCxnSpPr>
        <p:spPr>
          <a:xfrm>
            <a:off x="126402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4" name="Conexão recta 633"/>
          <p:cNvCxnSpPr>
            <a:cxnSpLocks noChangeAspect="1"/>
          </p:cNvCxnSpPr>
          <p:nvPr/>
        </p:nvCxnSpPr>
        <p:spPr>
          <a:xfrm>
            <a:off x="144385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5" name="Conexão recta 634"/>
          <p:cNvCxnSpPr>
            <a:cxnSpLocks noChangeAspect="1"/>
          </p:cNvCxnSpPr>
          <p:nvPr/>
        </p:nvCxnSpPr>
        <p:spPr>
          <a:xfrm>
            <a:off x="162385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6" name="Conexão recta 635"/>
          <p:cNvCxnSpPr>
            <a:cxnSpLocks noChangeAspect="1"/>
          </p:cNvCxnSpPr>
          <p:nvPr/>
        </p:nvCxnSpPr>
        <p:spPr>
          <a:xfrm>
            <a:off x="180410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7" name="Conexão recta 636"/>
          <p:cNvCxnSpPr>
            <a:cxnSpLocks noChangeAspect="1"/>
          </p:cNvCxnSpPr>
          <p:nvPr/>
        </p:nvCxnSpPr>
        <p:spPr>
          <a:xfrm>
            <a:off x="198410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8" name="Conexão recta 637"/>
          <p:cNvCxnSpPr>
            <a:cxnSpLocks noChangeAspect="1"/>
          </p:cNvCxnSpPr>
          <p:nvPr/>
        </p:nvCxnSpPr>
        <p:spPr>
          <a:xfrm>
            <a:off x="216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9" name="Conexão recta 638"/>
          <p:cNvCxnSpPr>
            <a:cxnSpLocks noChangeAspect="1"/>
          </p:cNvCxnSpPr>
          <p:nvPr/>
        </p:nvCxnSpPr>
        <p:spPr>
          <a:xfrm>
            <a:off x="234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0" name="Conexão recta 639"/>
          <p:cNvCxnSpPr>
            <a:cxnSpLocks noChangeAspect="1"/>
          </p:cNvCxnSpPr>
          <p:nvPr/>
        </p:nvCxnSpPr>
        <p:spPr>
          <a:xfrm>
            <a:off x="252418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1" name="Conexão recta 640"/>
          <p:cNvCxnSpPr>
            <a:cxnSpLocks noChangeAspect="1"/>
          </p:cNvCxnSpPr>
          <p:nvPr/>
        </p:nvCxnSpPr>
        <p:spPr>
          <a:xfrm>
            <a:off x="270418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2" name="Conexão recta 641"/>
          <p:cNvCxnSpPr>
            <a:cxnSpLocks noChangeAspect="1"/>
          </p:cNvCxnSpPr>
          <p:nvPr/>
        </p:nvCxnSpPr>
        <p:spPr>
          <a:xfrm>
            <a:off x="28840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Conexão recta 642"/>
          <p:cNvCxnSpPr>
            <a:cxnSpLocks noChangeAspect="1"/>
          </p:cNvCxnSpPr>
          <p:nvPr/>
        </p:nvCxnSpPr>
        <p:spPr>
          <a:xfrm>
            <a:off x="30640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4" name="Conexão recta 643"/>
          <p:cNvCxnSpPr>
            <a:cxnSpLocks noChangeAspect="1"/>
          </p:cNvCxnSpPr>
          <p:nvPr/>
        </p:nvCxnSpPr>
        <p:spPr>
          <a:xfrm>
            <a:off x="324426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5" name="Conexão recta 644"/>
          <p:cNvCxnSpPr>
            <a:cxnSpLocks noChangeAspect="1"/>
          </p:cNvCxnSpPr>
          <p:nvPr/>
        </p:nvCxnSpPr>
        <p:spPr>
          <a:xfrm>
            <a:off x="342426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6" name="Conexão recta 645"/>
          <p:cNvCxnSpPr>
            <a:cxnSpLocks noChangeAspect="1"/>
          </p:cNvCxnSpPr>
          <p:nvPr/>
        </p:nvCxnSpPr>
        <p:spPr>
          <a:xfrm>
            <a:off x="360409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7" name="Conexão recta 646"/>
          <p:cNvCxnSpPr>
            <a:cxnSpLocks noChangeAspect="1"/>
          </p:cNvCxnSpPr>
          <p:nvPr/>
        </p:nvCxnSpPr>
        <p:spPr>
          <a:xfrm>
            <a:off x="378409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8" name="Conexão recta 647"/>
          <p:cNvCxnSpPr>
            <a:cxnSpLocks noChangeAspect="1"/>
          </p:cNvCxnSpPr>
          <p:nvPr/>
        </p:nvCxnSpPr>
        <p:spPr>
          <a:xfrm>
            <a:off x="39641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9" name="Conexão recta 648"/>
          <p:cNvCxnSpPr>
            <a:cxnSpLocks noChangeAspect="1"/>
          </p:cNvCxnSpPr>
          <p:nvPr/>
        </p:nvCxnSpPr>
        <p:spPr>
          <a:xfrm>
            <a:off x="41441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0" name="Conexão recta 649"/>
          <p:cNvCxnSpPr>
            <a:cxnSpLocks noChangeAspect="1"/>
          </p:cNvCxnSpPr>
          <p:nvPr/>
        </p:nvCxnSpPr>
        <p:spPr>
          <a:xfrm>
            <a:off x="4323955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1" name="Conexão recta 650"/>
          <p:cNvCxnSpPr>
            <a:cxnSpLocks noChangeAspect="1"/>
          </p:cNvCxnSpPr>
          <p:nvPr/>
        </p:nvCxnSpPr>
        <p:spPr>
          <a:xfrm>
            <a:off x="180001" y="180000"/>
            <a:ext cx="864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Conexão recta 651"/>
          <p:cNvCxnSpPr>
            <a:cxnSpLocks noChangeAspect="1"/>
          </p:cNvCxnSpPr>
          <p:nvPr/>
        </p:nvCxnSpPr>
        <p:spPr>
          <a:xfrm>
            <a:off x="450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3" name="Conexão recta 652"/>
          <p:cNvCxnSpPr>
            <a:cxnSpLocks noChangeAspect="1"/>
          </p:cNvCxnSpPr>
          <p:nvPr/>
        </p:nvCxnSpPr>
        <p:spPr>
          <a:xfrm>
            <a:off x="468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4" name="Conexão recta 653"/>
          <p:cNvCxnSpPr>
            <a:cxnSpLocks noChangeAspect="1"/>
          </p:cNvCxnSpPr>
          <p:nvPr/>
        </p:nvCxnSpPr>
        <p:spPr>
          <a:xfrm>
            <a:off x="486025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5" name="Conexão recta 654"/>
          <p:cNvCxnSpPr>
            <a:cxnSpLocks noChangeAspect="1"/>
          </p:cNvCxnSpPr>
          <p:nvPr/>
        </p:nvCxnSpPr>
        <p:spPr>
          <a:xfrm>
            <a:off x="504025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6" name="Conexão recta 655"/>
          <p:cNvCxnSpPr>
            <a:cxnSpLocks noChangeAspect="1"/>
          </p:cNvCxnSpPr>
          <p:nvPr/>
        </p:nvCxnSpPr>
        <p:spPr>
          <a:xfrm>
            <a:off x="522050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7" name="Conexão recta 656"/>
          <p:cNvCxnSpPr>
            <a:cxnSpLocks noChangeAspect="1"/>
          </p:cNvCxnSpPr>
          <p:nvPr/>
        </p:nvCxnSpPr>
        <p:spPr>
          <a:xfrm>
            <a:off x="540050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8" name="Conexão recta 657"/>
          <p:cNvCxnSpPr>
            <a:cxnSpLocks noChangeAspect="1"/>
          </p:cNvCxnSpPr>
          <p:nvPr/>
        </p:nvCxnSpPr>
        <p:spPr>
          <a:xfrm>
            <a:off x="558033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Conexão recta 658"/>
          <p:cNvCxnSpPr>
            <a:cxnSpLocks noChangeAspect="1"/>
          </p:cNvCxnSpPr>
          <p:nvPr/>
        </p:nvCxnSpPr>
        <p:spPr>
          <a:xfrm>
            <a:off x="576033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0" name="Conexão recta 659"/>
          <p:cNvCxnSpPr>
            <a:cxnSpLocks noChangeAspect="1"/>
          </p:cNvCxnSpPr>
          <p:nvPr/>
        </p:nvCxnSpPr>
        <p:spPr>
          <a:xfrm>
            <a:off x="5940584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1" name="Conexão recta 660"/>
          <p:cNvCxnSpPr>
            <a:cxnSpLocks noChangeAspect="1"/>
          </p:cNvCxnSpPr>
          <p:nvPr/>
        </p:nvCxnSpPr>
        <p:spPr>
          <a:xfrm>
            <a:off x="6120584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2" name="Conexão recta 661"/>
          <p:cNvCxnSpPr>
            <a:cxnSpLocks noChangeAspect="1"/>
          </p:cNvCxnSpPr>
          <p:nvPr/>
        </p:nvCxnSpPr>
        <p:spPr>
          <a:xfrm>
            <a:off x="630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3" name="Conexão recta 662"/>
          <p:cNvCxnSpPr>
            <a:cxnSpLocks noChangeAspect="1"/>
          </p:cNvCxnSpPr>
          <p:nvPr/>
        </p:nvCxnSpPr>
        <p:spPr>
          <a:xfrm>
            <a:off x="648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4" name="Conexão recta 663"/>
          <p:cNvCxnSpPr>
            <a:cxnSpLocks noChangeAspect="1"/>
          </p:cNvCxnSpPr>
          <p:nvPr/>
        </p:nvCxnSpPr>
        <p:spPr>
          <a:xfrm>
            <a:off x="666066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5" name="Conexão recta 664"/>
          <p:cNvCxnSpPr>
            <a:cxnSpLocks noChangeAspect="1"/>
          </p:cNvCxnSpPr>
          <p:nvPr/>
        </p:nvCxnSpPr>
        <p:spPr>
          <a:xfrm>
            <a:off x="684066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6" name="Conexão recta 665"/>
          <p:cNvCxnSpPr>
            <a:cxnSpLocks noChangeAspect="1"/>
          </p:cNvCxnSpPr>
          <p:nvPr/>
        </p:nvCxnSpPr>
        <p:spPr>
          <a:xfrm>
            <a:off x="70204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7" name="Conexão recta 666"/>
          <p:cNvCxnSpPr>
            <a:cxnSpLocks noChangeAspect="1"/>
          </p:cNvCxnSpPr>
          <p:nvPr/>
        </p:nvCxnSpPr>
        <p:spPr>
          <a:xfrm>
            <a:off x="72004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8" name="Conexão recta 667"/>
          <p:cNvCxnSpPr>
            <a:cxnSpLocks noChangeAspect="1"/>
          </p:cNvCxnSpPr>
          <p:nvPr/>
        </p:nvCxnSpPr>
        <p:spPr>
          <a:xfrm>
            <a:off x="738074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9" name="Conexão recta 668"/>
          <p:cNvCxnSpPr>
            <a:cxnSpLocks noChangeAspect="1"/>
          </p:cNvCxnSpPr>
          <p:nvPr/>
        </p:nvCxnSpPr>
        <p:spPr>
          <a:xfrm>
            <a:off x="756074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0" name="Conexão recta 669"/>
          <p:cNvCxnSpPr>
            <a:cxnSpLocks noChangeAspect="1"/>
          </p:cNvCxnSpPr>
          <p:nvPr/>
        </p:nvCxnSpPr>
        <p:spPr>
          <a:xfrm>
            <a:off x="774057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1" name="Conexão recta 670"/>
          <p:cNvCxnSpPr>
            <a:cxnSpLocks noChangeAspect="1"/>
          </p:cNvCxnSpPr>
          <p:nvPr/>
        </p:nvCxnSpPr>
        <p:spPr>
          <a:xfrm>
            <a:off x="792057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2" name="Conexão recta 671"/>
          <p:cNvCxnSpPr>
            <a:cxnSpLocks noChangeAspect="1"/>
          </p:cNvCxnSpPr>
          <p:nvPr/>
        </p:nvCxnSpPr>
        <p:spPr>
          <a:xfrm>
            <a:off x="81005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3" name="Conexão recta 672"/>
          <p:cNvCxnSpPr>
            <a:cxnSpLocks noChangeAspect="1"/>
          </p:cNvCxnSpPr>
          <p:nvPr/>
        </p:nvCxnSpPr>
        <p:spPr>
          <a:xfrm>
            <a:off x="82805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4" name="Conexão recta 673"/>
          <p:cNvCxnSpPr>
            <a:cxnSpLocks noChangeAspect="1"/>
          </p:cNvCxnSpPr>
          <p:nvPr/>
        </p:nvCxnSpPr>
        <p:spPr>
          <a:xfrm>
            <a:off x="8460432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5" name="Conexão recta 674"/>
          <p:cNvCxnSpPr>
            <a:cxnSpLocks noChangeAspect="1"/>
          </p:cNvCxnSpPr>
          <p:nvPr/>
        </p:nvCxnSpPr>
        <p:spPr>
          <a:xfrm>
            <a:off x="864000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6" name="Conexão recta 675"/>
          <p:cNvCxnSpPr/>
          <p:nvPr/>
        </p:nvCxnSpPr>
        <p:spPr>
          <a:xfrm>
            <a:off x="360000" y="108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Conexão recta 676"/>
          <p:cNvCxnSpPr/>
          <p:nvPr/>
        </p:nvCxnSpPr>
        <p:spPr>
          <a:xfrm>
            <a:off x="360000" y="252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Conexão recta 677"/>
          <p:cNvCxnSpPr/>
          <p:nvPr/>
        </p:nvCxnSpPr>
        <p:spPr>
          <a:xfrm>
            <a:off x="8640000" y="252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Conexão recta 678"/>
          <p:cNvCxnSpPr/>
          <p:nvPr/>
        </p:nvCxnSpPr>
        <p:spPr>
          <a:xfrm>
            <a:off x="8640000" y="108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Conexão recta 679"/>
          <p:cNvCxnSpPr>
            <a:cxnSpLocks noChangeAspect="1"/>
          </p:cNvCxnSpPr>
          <p:nvPr/>
        </p:nvCxnSpPr>
        <p:spPr>
          <a:xfrm>
            <a:off x="5040000" y="396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Conexão recta 680"/>
          <p:cNvCxnSpPr>
            <a:cxnSpLocks noChangeAspect="1"/>
          </p:cNvCxnSpPr>
          <p:nvPr/>
        </p:nvCxnSpPr>
        <p:spPr>
          <a:xfrm>
            <a:off x="5040000" y="450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Conexão recta 681"/>
          <p:cNvCxnSpPr/>
          <p:nvPr/>
        </p:nvCxnSpPr>
        <p:spPr>
          <a:xfrm>
            <a:off x="4320001" y="3960000"/>
            <a:ext cx="36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04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rupo 329"/>
          <p:cNvGrpSpPr>
            <a:grpSpLocks noChangeAspect="1"/>
          </p:cNvGrpSpPr>
          <p:nvPr/>
        </p:nvGrpSpPr>
        <p:grpSpPr>
          <a:xfrm>
            <a:off x="3784099" y="4635429"/>
            <a:ext cx="90000" cy="450000"/>
            <a:chOff x="2880000" y="720000"/>
            <a:chExt cx="180000" cy="900000"/>
          </a:xfrm>
        </p:grpSpPr>
        <p:cxnSp>
          <p:nvCxnSpPr>
            <p:cNvPr id="687" name="Conexão recta 686"/>
            <p:cNvCxnSpPr/>
            <p:nvPr/>
          </p:nvCxnSpPr>
          <p:spPr>
            <a:xfrm flipH="1">
              <a:off x="288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Conexão recta 687"/>
            <p:cNvCxnSpPr/>
            <p:nvPr/>
          </p:nvCxnSpPr>
          <p:spPr>
            <a:xfrm flipH="1">
              <a:off x="306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Conexão recta 688"/>
            <p:cNvCxnSpPr/>
            <p:nvPr/>
          </p:nvCxnSpPr>
          <p:spPr>
            <a:xfrm>
              <a:off x="2880000" y="7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Conexão recta 689"/>
            <p:cNvCxnSpPr/>
            <p:nvPr/>
          </p:nvCxnSpPr>
          <p:spPr>
            <a:xfrm>
              <a:off x="2880000" y="16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upo 330"/>
          <p:cNvGrpSpPr>
            <a:grpSpLocks noChangeAspect="1"/>
          </p:cNvGrpSpPr>
          <p:nvPr/>
        </p:nvGrpSpPr>
        <p:grpSpPr>
          <a:xfrm>
            <a:off x="5130080" y="4635429"/>
            <a:ext cx="90000" cy="450000"/>
            <a:chOff x="2880000" y="720000"/>
            <a:chExt cx="180000" cy="900000"/>
          </a:xfrm>
        </p:grpSpPr>
        <p:cxnSp>
          <p:nvCxnSpPr>
            <p:cNvPr id="683" name="Conexão recta 682"/>
            <p:cNvCxnSpPr/>
            <p:nvPr/>
          </p:nvCxnSpPr>
          <p:spPr>
            <a:xfrm flipH="1">
              <a:off x="288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Conexão recta 683"/>
            <p:cNvCxnSpPr/>
            <p:nvPr/>
          </p:nvCxnSpPr>
          <p:spPr>
            <a:xfrm flipH="1">
              <a:off x="3060000" y="720000"/>
              <a:ext cx="0" cy="9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Conexão recta 684"/>
            <p:cNvCxnSpPr/>
            <p:nvPr/>
          </p:nvCxnSpPr>
          <p:spPr>
            <a:xfrm>
              <a:off x="2880000" y="7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Conexão recta 685"/>
            <p:cNvCxnSpPr/>
            <p:nvPr/>
          </p:nvCxnSpPr>
          <p:spPr>
            <a:xfrm>
              <a:off x="2880000" y="1620000"/>
              <a:ext cx="1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1" name="Conexão recta 380"/>
          <p:cNvCxnSpPr>
            <a:cxnSpLocks noChangeAspect="1"/>
          </p:cNvCxnSpPr>
          <p:nvPr/>
        </p:nvCxnSpPr>
        <p:spPr>
          <a:xfrm>
            <a:off x="180001" y="180000"/>
            <a:ext cx="0" cy="432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6" name="Conexão recta 385"/>
          <p:cNvCxnSpPr>
            <a:cxnSpLocks noChangeAspect="1"/>
          </p:cNvCxnSpPr>
          <p:nvPr/>
        </p:nvCxnSpPr>
        <p:spPr>
          <a:xfrm>
            <a:off x="8820001" y="180000"/>
            <a:ext cx="0" cy="432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9" name="Conexão recta 388"/>
          <p:cNvCxnSpPr>
            <a:cxnSpLocks noChangeAspect="1"/>
          </p:cNvCxnSpPr>
          <p:nvPr/>
        </p:nvCxnSpPr>
        <p:spPr>
          <a:xfrm>
            <a:off x="540001" y="3780000"/>
            <a:ext cx="79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xão recta 390"/>
          <p:cNvCxnSpPr>
            <a:cxnSpLocks noChangeAspect="1"/>
          </p:cNvCxnSpPr>
          <p:nvPr/>
        </p:nvCxnSpPr>
        <p:spPr>
          <a:xfrm>
            <a:off x="540001" y="2340000"/>
            <a:ext cx="79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onexão recta 391"/>
          <p:cNvCxnSpPr>
            <a:cxnSpLocks noChangeAspect="1"/>
          </p:cNvCxnSpPr>
          <p:nvPr/>
        </p:nvCxnSpPr>
        <p:spPr>
          <a:xfrm>
            <a:off x="179999" y="450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onexão recta 392"/>
          <p:cNvCxnSpPr>
            <a:cxnSpLocks noChangeAspect="1"/>
          </p:cNvCxnSpPr>
          <p:nvPr/>
        </p:nvCxnSpPr>
        <p:spPr>
          <a:xfrm>
            <a:off x="36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4" name="Conexão recta 393"/>
          <p:cNvCxnSpPr>
            <a:cxnSpLocks noChangeAspect="1"/>
          </p:cNvCxnSpPr>
          <p:nvPr/>
        </p:nvCxnSpPr>
        <p:spPr>
          <a:xfrm>
            <a:off x="54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5" name="Conexão recta 394"/>
          <p:cNvCxnSpPr>
            <a:cxnSpLocks noChangeAspect="1"/>
          </p:cNvCxnSpPr>
          <p:nvPr/>
        </p:nvCxnSpPr>
        <p:spPr>
          <a:xfrm>
            <a:off x="72377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6" name="Conexão recta 395"/>
          <p:cNvCxnSpPr>
            <a:cxnSpLocks noChangeAspect="1"/>
          </p:cNvCxnSpPr>
          <p:nvPr/>
        </p:nvCxnSpPr>
        <p:spPr>
          <a:xfrm>
            <a:off x="90377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7" name="Conexão recta 396"/>
          <p:cNvCxnSpPr>
            <a:cxnSpLocks noChangeAspect="1"/>
          </p:cNvCxnSpPr>
          <p:nvPr/>
        </p:nvCxnSpPr>
        <p:spPr>
          <a:xfrm>
            <a:off x="108402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Conexão recta 397"/>
          <p:cNvCxnSpPr>
            <a:cxnSpLocks noChangeAspect="1"/>
          </p:cNvCxnSpPr>
          <p:nvPr/>
        </p:nvCxnSpPr>
        <p:spPr>
          <a:xfrm>
            <a:off x="126402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Conexão recta 398"/>
          <p:cNvCxnSpPr>
            <a:cxnSpLocks noChangeAspect="1"/>
          </p:cNvCxnSpPr>
          <p:nvPr/>
        </p:nvCxnSpPr>
        <p:spPr>
          <a:xfrm>
            <a:off x="144385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Conexão recta 399"/>
          <p:cNvCxnSpPr>
            <a:cxnSpLocks noChangeAspect="1"/>
          </p:cNvCxnSpPr>
          <p:nvPr/>
        </p:nvCxnSpPr>
        <p:spPr>
          <a:xfrm>
            <a:off x="162385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1" name="Conexão recta 400"/>
          <p:cNvCxnSpPr>
            <a:cxnSpLocks noChangeAspect="1"/>
          </p:cNvCxnSpPr>
          <p:nvPr/>
        </p:nvCxnSpPr>
        <p:spPr>
          <a:xfrm>
            <a:off x="1804107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2" name="Conexão recta 401"/>
          <p:cNvCxnSpPr>
            <a:cxnSpLocks noChangeAspect="1"/>
          </p:cNvCxnSpPr>
          <p:nvPr/>
        </p:nvCxnSpPr>
        <p:spPr>
          <a:xfrm>
            <a:off x="1984107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3" name="Conexão recta 402"/>
          <p:cNvCxnSpPr>
            <a:cxnSpLocks noChangeAspect="1"/>
          </p:cNvCxnSpPr>
          <p:nvPr/>
        </p:nvCxnSpPr>
        <p:spPr>
          <a:xfrm>
            <a:off x="216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4" name="Conexão recta 403"/>
          <p:cNvCxnSpPr>
            <a:cxnSpLocks noChangeAspect="1"/>
          </p:cNvCxnSpPr>
          <p:nvPr/>
        </p:nvCxnSpPr>
        <p:spPr>
          <a:xfrm>
            <a:off x="234394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5" name="Conexão recta 404"/>
          <p:cNvCxnSpPr>
            <a:cxnSpLocks noChangeAspect="1"/>
          </p:cNvCxnSpPr>
          <p:nvPr/>
        </p:nvCxnSpPr>
        <p:spPr>
          <a:xfrm>
            <a:off x="252418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Conexão recta 405"/>
          <p:cNvCxnSpPr>
            <a:cxnSpLocks noChangeAspect="1"/>
          </p:cNvCxnSpPr>
          <p:nvPr/>
        </p:nvCxnSpPr>
        <p:spPr>
          <a:xfrm>
            <a:off x="270418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7" name="Conexão recta 406"/>
          <p:cNvCxnSpPr>
            <a:cxnSpLocks noChangeAspect="1"/>
          </p:cNvCxnSpPr>
          <p:nvPr/>
        </p:nvCxnSpPr>
        <p:spPr>
          <a:xfrm>
            <a:off x="288401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8" name="Conexão recta 407"/>
          <p:cNvCxnSpPr>
            <a:cxnSpLocks noChangeAspect="1"/>
          </p:cNvCxnSpPr>
          <p:nvPr/>
        </p:nvCxnSpPr>
        <p:spPr>
          <a:xfrm>
            <a:off x="306401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9" name="Conexão recta 408"/>
          <p:cNvCxnSpPr>
            <a:cxnSpLocks noChangeAspect="1"/>
          </p:cNvCxnSpPr>
          <p:nvPr/>
        </p:nvCxnSpPr>
        <p:spPr>
          <a:xfrm>
            <a:off x="324426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0" name="Conexão recta 409"/>
          <p:cNvCxnSpPr>
            <a:cxnSpLocks noChangeAspect="1"/>
          </p:cNvCxnSpPr>
          <p:nvPr/>
        </p:nvCxnSpPr>
        <p:spPr>
          <a:xfrm>
            <a:off x="3424263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1" name="Conexão recta 410"/>
          <p:cNvCxnSpPr>
            <a:cxnSpLocks noChangeAspect="1"/>
          </p:cNvCxnSpPr>
          <p:nvPr/>
        </p:nvCxnSpPr>
        <p:spPr>
          <a:xfrm>
            <a:off x="360409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2" name="Conexão recta 411"/>
          <p:cNvCxnSpPr>
            <a:cxnSpLocks noChangeAspect="1"/>
          </p:cNvCxnSpPr>
          <p:nvPr/>
        </p:nvCxnSpPr>
        <p:spPr>
          <a:xfrm>
            <a:off x="3784099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3" name="Conexão recta 412"/>
          <p:cNvCxnSpPr>
            <a:cxnSpLocks noChangeAspect="1"/>
          </p:cNvCxnSpPr>
          <p:nvPr/>
        </p:nvCxnSpPr>
        <p:spPr>
          <a:xfrm>
            <a:off x="3964119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4" name="Conexão recta 413"/>
          <p:cNvCxnSpPr>
            <a:cxnSpLocks noChangeAspect="1"/>
          </p:cNvCxnSpPr>
          <p:nvPr/>
        </p:nvCxnSpPr>
        <p:spPr>
          <a:xfrm>
            <a:off x="4144119" y="3960000"/>
            <a:ext cx="0" cy="288000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5" name="Conexão recta 414"/>
          <p:cNvCxnSpPr>
            <a:cxnSpLocks noChangeAspect="1"/>
          </p:cNvCxnSpPr>
          <p:nvPr/>
        </p:nvCxnSpPr>
        <p:spPr>
          <a:xfrm>
            <a:off x="4323955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6" name="Conexão recta 415"/>
          <p:cNvCxnSpPr>
            <a:cxnSpLocks noChangeAspect="1"/>
          </p:cNvCxnSpPr>
          <p:nvPr/>
        </p:nvCxnSpPr>
        <p:spPr>
          <a:xfrm>
            <a:off x="179999" y="396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Conexão recta 416"/>
          <p:cNvCxnSpPr>
            <a:cxnSpLocks noChangeAspect="1"/>
          </p:cNvCxnSpPr>
          <p:nvPr/>
        </p:nvCxnSpPr>
        <p:spPr>
          <a:xfrm>
            <a:off x="4680420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8" name="Conexão recta 417"/>
          <p:cNvCxnSpPr>
            <a:cxnSpLocks noChangeAspect="1"/>
          </p:cNvCxnSpPr>
          <p:nvPr/>
        </p:nvCxnSpPr>
        <p:spPr>
          <a:xfrm>
            <a:off x="4860257" y="3960000"/>
            <a:ext cx="0" cy="288000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9" name="Conexão recta 418"/>
          <p:cNvCxnSpPr>
            <a:cxnSpLocks noChangeAspect="1"/>
          </p:cNvCxnSpPr>
          <p:nvPr/>
        </p:nvCxnSpPr>
        <p:spPr>
          <a:xfrm>
            <a:off x="5040256" y="3960000"/>
            <a:ext cx="0" cy="288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0" name="Conexão recta 419"/>
          <p:cNvCxnSpPr>
            <a:cxnSpLocks noChangeAspect="1"/>
          </p:cNvCxnSpPr>
          <p:nvPr/>
        </p:nvCxnSpPr>
        <p:spPr>
          <a:xfrm>
            <a:off x="522050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Conexão recta 420"/>
          <p:cNvCxnSpPr>
            <a:cxnSpLocks noChangeAspect="1"/>
          </p:cNvCxnSpPr>
          <p:nvPr/>
        </p:nvCxnSpPr>
        <p:spPr>
          <a:xfrm>
            <a:off x="540050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2" name="Conexão recta 421"/>
          <p:cNvCxnSpPr>
            <a:cxnSpLocks noChangeAspect="1"/>
          </p:cNvCxnSpPr>
          <p:nvPr/>
        </p:nvCxnSpPr>
        <p:spPr>
          <a:xfrm>
            <a:off x="558033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Conexão recta 422"/>
          <p:cNvCxnSpPr>
            <a:cxnSpLocks noChangeAspect="1"/>
          </p:cNvCxnSpPr>
          <p:nvPr/>
        </p:nvCxnSpPr>
        <p:spPr>
          <a:xfrm>
            <a:off x="576033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4" name="Conexão recta 423"/>
          <p:cNvCxnSpPr>
            <a:cxnSpLocks noChangeAspect="1"/>
          </p:cNvCxnSpPr>
          <p:nvPr/>
        </p:nvCxnSpPr>
        <p:spPr>
          <a:xfrm>
            <a:off x="5940584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5" name="Conexão recta 424"/>
          <p:cNvCxnSpPr>
            <a:cxnSpLocks noChangeAspect="1"/>
          </p:cNvCxnSpPr>
          <p:nvPr/>
        </p:nvCxnSpPr>
        <p:spPr>
          <a:xfrm>
            <a:off x="6120584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6" name="Conexão recta 425"/>
          <p:cNvCxnSpPr>
            <a:cxnSpLocks noChangeAspect="1"/>
          </p:cNvCxnSpPr>
          <p:nvPr/>
        </p:nvCxnSpPr>
        <p:spPr>
          <a:xfrm>
            <a:off x="630042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7" name="Conexão recta 426"/>
          <p:cNvCxnSpPr>
            <a:cxnSpLocks noChangeAspect="1"/>
          </p:cNvCxnSpPr>
          <p:nvPr/>
        </p:nvCxnSpPr>
        <p:spPr>
          <a:xfrm>
            <a:off x="648042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Conexão recta 427"/>
          <p:cNvCxnSpPr>
            <a:cxnSpLocks noChangeAspect="1"/>
          </p:cNvCxnSpPr>
          <p:nvPr/>
        </p:nvCxnSpPr>
        <p:spPr>
          <a:xfrm>
            <a:off x="666066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9" name="Conexão recta 428"/>
          <p:cNvCxnSpPr>
            <a:cxnSpLocks noChangeAspect="1"/>
          </p:cNvCxnSpPr>
          <p:nvPr/>
        </p:nvCxnSpPr>
        <p:spPr>
          <a:xfrm>
            <a:off x="684066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0" name="Conexão recta 429"/>
          <p:cNvCxnSpPr>
            <a:cxnSpLocks noChangeAspect="1"/>
          </p:cNvCxnSpPr>
          <p:nvPr/>
        </p:nvCxnSpPr>
        <p:spPr>
          <a:xfrm>
            <a:off x="70204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1" name="Conexão recta 430"/>
          <p:cNvCxnSpPr>
            <a:cxnSpLocks noChangeAspect="1"/>
          </p:cNvCxnSpPr>
          <p:nvPr/>
        </p:nvCxnSpPr>
        <p:spPr>
          <a:xfrm>
            <a:off x="72004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2" name="Conexão recta 431"/>
          <p:cNvCxnSpPr>
            <a:cxnSpLocks noChangeAspect="1"/>
          </p:cNvCxnSpPr>
          <p:nvPr/>
        </p:nvCxnSpPr>
        <p:spPr>
          <a:xfrm>
            <a:off x="738074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3" name="Conexão recta 432"/>
          <p:cNvCxnSpPr>
            <a:cxnSpLocks noChangeAspect="1"/>
          </p:cNvCxnSpPr>
          <p:nvPr/>
        </p:nvCxnSpPr>
        <p:spPr>
          <a:xfrm>
            <a:off x="756074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4" name="Conexão recta 433"/>
          <p:cNvCxnSpPr>
            <a:cxnSpLocks noChangeAspect="1"/>
          </p:cNvCxnSpPr>
          <p:nvPr/>
        </p:nvCxnSpPr>
        <p:spPr>
          <a:xfrm>
            <a:off x="7740577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5" name="Conexão recta 434"/>
          <p:cNvCxnSpPr>
            <a:cxnSpLocks noChangeAspect="1"/>
          </p:cNvCxnSpPr>
          <p:nvPr/>
        </p:nvCxnSpPr>
        <p:spPr>
          <a:xfrm>
            <a:off x="792057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6" name="Conexão recta 435"/>
          <p:cNvCxnSpPr>
            <a:cxnSpLocks noChangeAspect="1"/>
          </p:cNvCxnSpPr>
          <p:nvPr/>
        </p:nvCxnSpPr>
        <p:spPr>
          <a:xfrm>
            <a:off x="81005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7" name="Conexão recta 436"/>
          <p:cNvCxnSpPr>
            <a:cxnSpLocks noChangeAspect="1"/>
          </p:cNvCxnSpPr>
          <p:nvPr/>
        </p:nvCxnSpPr>
        <p:spPr>
          <a:xfrm>
            <a:off x="8280596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8" name="Conexão recta 437"/>
          <p:cNvCxnSpPr>
            <a:cxnSpLocks noChangeAspect="1"/>
          </p:cNvCxnSpPr>
          <p:nvPr/>
        </p:nvCxnSpPr>
        <p:spPr>
          <a:xfrm>
            <a:off x="8460432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9" name="Conexão recta 438"/>
          <p:cNvCxnSpPr>
            <a:cxnSpLocks noChangeAspect="1"/>
          </p:cNvCxnSpPr>
          <p:nvPr/>
        </p:nvCxnSpPr>
        <p:spPr>
          <a:xfrm>
            <a:off x="8640000" y="39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0" name="Conexão recta 439"/>
          <p:cNvCxnSpPr>
            <a:cxnSpLocks noChangeAspect="1"/>
          </p:cNvCxnSpPr>
          <p:nvPr/>
        </p:nvCxnSpPr>
        <p:spPr>
          <a:xfrm>
            <a:off x="540001" y="360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onexão recta 440"/>
          <p:cNvCxnSpPr>
            <a:cxnSpLocks noChangeAspect="1"/>
          </p:cNvCxnSpPr>
          <p:nvPr/>
        </p:nvCxnSpPr>
        <p:spPr>
          <a:xfrm>
            <a:off x="5400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2" name="Conexão recta 441"/>
          <p:cNvCxnSpPr>
            <a:cxnSpLocks noChangeAspect="1"/>
          </p:cNvCxnSpPr>
          <p:nvPr/>
        </p:nvCxnSpPr>
        <p:spPr>
          <a:xfrm>
            <a:off x="72377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3" name="Conexão recta 442"/>
          <p:cNvCxnSpPr>
            <a:cxnSpLocks noChangeAspect="1"/>
          </p:cNvCxnSpPr>
          <p:nvPr/>
        </p:nvCxnSpPr>
        <p:spPr>
          <a:xfrm>
            <a:off x="90377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4" name="Conexão recta 443"/>
          <p:cNvCxnSpPr>
            <a:cxnSpLocks noChangeAspect="1"/>
          </p:cNvCxnSpPr>
          <p:nvPr/>
        </p:nvCxnSpPr>
        <p:spPr>
          <a:xfrm>
            <a:off x="108402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5" name="Conexão recta 444"/>
          <p:cNvCxnSpPr>
            <a:cxnSpLocks noChangeAspect="1"/>
          </p:cNvCxnSpPr>
          <p:nvPr/>
        </p:nvCxnSpPr>
        <p:spPr>
          <a:xfrm>
            <a:off x="126402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6" name="Conexão recta 445"/>
          <p:cNvCxnSpPr>
            <a:cxnSpLocks noChangeAspect="1"/>
          </p:cNvCxnSpPr>
          <p:nvPr/>
        </p:nvCxnSpPr>
        <p:spPr>
          <a:xfrm>
            <a:off x="14400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7" name="Conexão recta 446"/>
          <p:cNvCxnSpPr>
            <a:cxnSpLocks noChangeAspect="1"/>
          </p:cNvCxnSpPr>
          <p:nvPr/>
        </p:nvCxnSpPr>
        <p:spPr>
          <a:xfrm>
            <a:off x="162385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8" name="Conexão recta 447"/>
          <p:cNvCxnSpPr>
            <a:cxnSpLocks noChangeAspect="1"/>
          </p:cNvCxnSpPr>
          <p:nvPr/>
        </p:nvCxnSpPr>
        <p:spPr>
          <a:xfrm>
            <a:off x="180410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9" name="Conexão recta 448"/>
          <p:cNvCxnSpPr>
            <a:cxnSpLocks noChangeAspect="1"/>
          </p:cNvCxnSpPr>
          <p:nvPr/>
        </p:nvCxnSpPr>
        <p:spPr>
          <a:xfrm>
            <a:off x="198410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0" name="Conexão recta 449"/>
          <p:cNvCxnSpPr>
            <a:cxnSpLocks noChangeAspect="1"/>
          </p:cNvCxnSpPr>
          <p:nvPr/>
        </p:nvCxnSpPr>
        <p:spPr>
          <a:xfrm>
            <a:off x="216394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1" name="Conexão recta 450"/>
          <p:cNvCxnSpPr>
            <a:cxnSpLocks noChangeAspect="1"/>
          </p:cNvCxnSpPr>
          <p:nvPr/>
        </p:nvCxnSpPr>
        <p:spPr>
          <a:xfrm>
            <a:off x="234394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2" name="Conexão recta 451"/>
          <p:cNvCxnSpPr>
            <a:cxnSpLocks noChangeAspect="1"/>
          </p:cNvCxnSpPr>
          <p:nvPr/>
        </p:nvCxnSpPr>
        <p:spPr>
          <a:xfrm>
            <a:off x="252418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3" name="Conexão recta 452"/>
          <p:cNvCxnSpPr>
            <a:cxnSpLocks noChangeAspect="1"/>
          </p:cNvCxnSpPr>
          <p:nvPr/>
        </p:nvCxnSpPr>
        <p:spPr>
          <a:xfrm>
            <a:off x="270418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4" name="Conexão recta 453"/>
          <p:cNvCxnSpPr>
            <a:cxnSpLocks noChangeAspect="1"/>
          </p:cNvCxnSpPr>
          <p:nvPr/>
        </p:nvCxnSpPr>
        <p:spPr>
          <a:xfrm>
            <a:off x="28840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5" name="Conexão recta 454"/>
          <p:cNvCxnSpPr>
            <a:cxnSpLocks noChangeAspect="1"/>
          </p:cNvCxnSpPr>
          <p:nvPr/>
        </p:nvCxnSpPr>
        <p:spPr>
          <a:xfrm>
            <a:off x="30640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6" name="Conexão recta 455"/>
          <p:cNvCxnSpPr>
            <a:cxnSpLocks noChangeAspect="1"/>
          </p:cNvCxnSpPr>
          <p:nvPr/>
        </p:nvCxnSpPr>
        <p:spPr>
          <a:xfrm>
            <a:off x="324426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7" name="Conexão recta 456"/>
          <p:cNvCxnSpPr>
            <a:cxnSpLocks noChangeAspect="1"/>
          </p:cNvCxnSpPr>
          <p:nvPr/>
        </p:nvCxnSpPr>
        <p:spPr>
          <a:xfrm>
            <a:off x="3424263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8" name="Conexão recta 457"/>
          <p:cNvCxnSpPr>
            <a:cxnSpLocks noChangeAspect="1"/>
          </p:cNvCxnSpPr>
          <p:nvPr/>
        </p:nvCxnSpPr>
        <p:spPr>
          <a:xfrm>
            <a:off x="360409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9" name="Conexão recta 458"/>
          <p:cNvCxnSpPr>
            <a:cxnSpLocks noChangeAspect="1"/>
          </p:cNvCxnSpPr>
          <p:nvPr/>
        </p:nvCxnSpPr>
        <p:spPr>
          <a:xfrm>
            <a:off x="378409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0" name="Conexão recta 459"/>
          <p:cNvCxnSpPr>
            <a:cxnSpLocks noChangeAspect="1"/>
          </p:cNvCxnSpPr>
          <p:nvPr/>
        </p:nvCxnSpPr>
        <p:spPr>
          <a:xfrm>
            <a:off x="39641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1" name="Conexão recta 460"/>
          <p:cNvCxnSpPr>
            <a:cxnSpLocks noChangeAspect="1"/>
          </p:cNvCxnSpPr>
          <p:nvPr/>
        </p:nvCxnSpPr>
        <p:spPr>
          <a:xfrm>
            <a:off x="4144119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2" name="Conexão recta 461"/>
          <p:cNvCxnSpPr>
            <a:cxnSpLocks noChangeAspect="1"/>
          </p:cNvCxnSpPr>
          <p:nvPr/>
        </p:nvCxnSpPr>
        <p:spPr>
          <a:xfrm>
            <a:off x="4323955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3" name="Conexão recta 462"/>
          <p:cNvCxnSpPr>
            <a:cxnSpLocks noChangeAspect="1"/>
          </p:cNvCxnSpPr>
          <p:nvPr/>
        </p:nvCxnSpPr>
        <p:spPr>
          <a:xfrm>
            <a:off x="540001" y="306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Conexão recta 463"/>
          <p:cNvCxnSpPr>
            <a:cxnSpLocks noChangeAspect="1"/>
          </p:cNvCxnSpPr>
          <p:nvPr/>
        </p:nvCxnSpPr>
        <p:spPr>
          <a:xfrm>
            <a:off x="540000" y="25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5" name="Conexão recta 464"/>
          <p:cNvCxnSpPr>
            <a:cxnSpLocks noChangeAspect="1"/>
          </p:cNvCxnSpPr>
          <p:nvPr/>
        </p:nvCxnSpPr>
        <p:spPr>
          <a:xfrm>
            <a:off x="72593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6" name="Conexão recta 465"/>
          <p:cNvCxnSpPr>
            <a:cxnSpLocks noChangeAspect="1"/>
          </p:cNvCxnSpPr>
          <p:nvPr/>
        </p:nvCxnSpPr>
        <p:spPr>
          <a:xfrm>
            <a:off x="90593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7" name="Conexão recta 466"/>
          <p:cNvCxnSpPr>
            <a:cxnSpLocks noChangeAspect="1"/>
          </p:cNvCxnSpPr>
          <p:nvPr/>
        </p:nvCxnSpPr>
        <p:spPr>
          <a:xfrm>
            <a:off x="108617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8" name="Conexão recta 467"/>
          <p:cNvCxnSpPr>
            <a:cxnSpLocks noChangeAspect="1"/>
          </p:cNvCxnSpPr>
          <p:nvPr/>
        </p:nvCxnSpPr>
        <p:spPr>
          <a:xfrm>
            <a:off x="126617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Conexão recta 468"/>
          <p:cNvCxnSpPr>
            <a:cxnSpLocks noChangeAspect="1"/>
          </p:cNvCxnSpPr>
          <p:nvPr/>
        </p:nvCxnSpPr>
        <p:spPr>
          <a:xfrm>
            <a:off x="1440000" y="25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0" name="Conexão recta 469"/>
          <p:cNvCxnSpPr>
            <a:cxnSpLocks noChangeAspect="1"/>
          </p:cNvCxnSpPr>
          <p:nvPr/>
        </p:nvCxnSpPr>
        <p:spPr>
          <a:xfrm>
            <a:off x="162601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1" name="Conexão recta 470"/>
          <p:cNvCxnSpPr>
            <a:cxnSpLocks noChangeAspect="1"/>
          </p:cNvCxnSpPr>
          <p:nvPr/>
        </p:nvCxnSpPr>
        <p:spPr>
          <a:xfrm>
            <a:off x="1806262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2" name="Conexão recta 471"/>
          <p:cNvCxnSpPr>
            <a:cxnSpLocks noChangeAspect="1"/>
          </p:cNvCxnSpPr>
          <p:nvPr/>
        </p:nvCxnSpPr>
        <p:spPr>
          <a:xfrm>
            <a:off x="1986262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3" name="Conexão recta 472"/>
          <p:cNvCxnSpPr>
            <a:cxnSpLocks noChangeAspect="1"/>
          </p:cNvCxnSpPr>
          <p:nvPr/>
        </p:nvCxnSpPr>
        <p:spPr>
          <a:xfrm>
            <a:off x="216609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4" name="Conexão recta 473"/>
          <p:cNvCxnSpPr>
            <a:cxnSpLocks noChangeAspect="1"/>
          </p:cNvCxnSpPr>
          <p:nvPr/>
        </p:nvCxnSpPr>
        <p:spPr>
          <a:xfrm>
            <a:off x="234609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5" name="Conexão recta 474"/>
          <p:cNvCxnSpPr>
            <a:cxnSpLocks noChangeAspect="1"/>
          </p:cNvCxnSpPr>
          <p:nvPr/>
        </p:nvCxnSpPr>
        <p:spPr>
          <a:xfrm>
            <a:off x="252633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6" name="Conexão recta 475"/>
          <p:cNvCxnSpPr>
            <a:cxnSpLocks noChangeAspect="1"/>
          </p:cNvCxnSpPr>
          <p:nvPr/>
        </p:nvCxnSpPr>
        <p:spPr>
          <a:xfrm>
            <a:off x="270633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7" name="Conexão recta 476"/>
          <p:cNvCxnSpPr>
            <a:cxnSpLocks noChangeAspect="1"/>
          </p:cNvCxnSpPr>
          <p:nvPr/>
        </p:nvCxnSpPr>
        <p:spPr>
          <a:xfrm>
            <a:off x="28861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8" name="Conexão recta 477"/>
          <p:cNvCxnSpPr>
            <a:cxnSpLocks noChangeAspect="1"/>
          </p:cNvCxnSpPr>
          <p:nvPr/>
        </p:nvCxnSpPr>
        <p:spPr>
          <a:xfrm>
            <a:off x="30661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Conexão recta 478"/>
          <p:cNvCxnSpPr>
            <a:cxnSpLocks noChangeAspect="1"/>
          </p:cNvCxnSpPr>
          <p:nvPr/>
        </p:nvCxnSpPr>
        <p:spPr>
          <a:xfrm>
            <a:off x="324641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0" name="Conexão recta 479"/>
          <p:cNvCxnSpPr>
            <a:cxnSpLocks noChangeAspect="1"/>
          </p:cNvCxnSpPr>
          <p:nvPr/>
        </p:nvCxnSpPr>
        <p:spPr>
          <a:xfrm>
            <a:off x="3426418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1" name="Conexão recta 480"/>
          <p:cNvCxnSpPr>
            <a:cxnSpLocks noChangeAspect="1"/>
          </p:cNvCxnSpPr>
          <p:nvPr/>
        </p:nvCxnSpPr>
        <p:spPr>
          <a:xfrm>
            <a:off x="360625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2" name="Conexão recta 481"/>
          <p:cNvCxnSpPr>
            <a:cxnSpLocks noChangeAspect="1"/>
          </p:cNvCxnSpPr>
          <p:nvPr/>
        </p:nvCxnSpPr>
        <p:spPr>
          <a:xfrm>
            <a:off x="378625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3" name="Conexão recta 482"/>
          <p:cNvCxnSpPr>
            <a:cxnSpLocks noChangeAspect="1"/>
          </p:cNvCxnSpPr>
          <p:nvPr/>
        </p:nvCxnSpPr>
        <p:spPr>
          <a:xfrm>
            <a:off x="39662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4" name="Conexão recta 483"/>
          <p:cNvCxnSpPr>
            <a:cxnSpLocks noChangeAspect="1"/>
          </p:cNvCxnSpPr>
          <p:nvPr/>
        </p:nvCxnSpPr>
        <p:spPr>
          <a:xfrm>
            <a:off x="4146274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5" name="Conexão recta 484"/>
          <p:cNvCxnSpPr>
            <a:cxnSpLocks noChangeAspect="1"/>
          </p:cNvCxnSpPr>
          <p:nvPr/>
        </p:nvCxnSpPr>
        <p:spPr>
          <a:xfrm>
            <a:off x="4326110" y="2526152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6" name="Conexão recta 485"/>
          <p:cNvCxnSpPr>
            <a:cxnSpLocks noChangeAspect="1"/>
          </p:cNvCxnSpPr>
          <p:nvPr/>
        </p:nvCxnSpPr>
        <p:spPr>
          <a:xfrm>
            <a:off x="540001" y="252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onexão recta 486"/>
          <p:cNvCxnSpPr>
            <a:cxnSpLocks noChangeAspect="1"/>
          </p:cNvCxnSpPr>
          <p:nvPr/>
        </p:nvCxnSpPr>
        <p:spPr>
          <a:xfrm>
            <a:off x="450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8" name="Conexão recta 487"/>
          <p:cNvCxnSpPr>
            <a:cxnSpLocks noChangeAspect="1"/>
          </p:cNvCxnSpPr>
          <p:nvPr/>
        </p:nvCxnSpPr>
        <p:spPr>
          <a:xfrm>
            <a:off x="468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9" name="Conexão recta 488"/>
          <p:cNvCxnSpPr>
            <a:cxnSpLocks noChangeAspect="1"/>
          </p:cNvCxnSpPr>
          <p:nvPr/>
        </p:nvCxnSpPr>
        <p:spPr>
          <a:xfrm>
            <a:off x="486025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Conexão recta 489"/>
          <p:cNvCxnSpPr>
            <a:cxnSpLocks noChangeAspect="1"/>
          </p:cNvCxnSpPr>
          <p:nvPr/>
        </p:nvCxnSpPr>
        <p:spPr>
          <a:xfrm>
            <a:off x="504025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1" name="Conexão recta 490"/>
          <p:cNvCxnSpPr>
            <a:cxnSpLocks noChangeAspect="1"/>
          </p:cNvCxnSpPr>
          <p:nvPr/>
        </p:nvCxnSpPr>
        <p:spPr>
          <a:xfrm>
            <a:off x="52205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2" name="Conexão recta 491"/>
          <p:cNvCxnSpPr>
            <a:cxnSpLocks noChangeAspect="1"/>
          </p:cNvCxnSpPr>
          <p:nvPr/>
        </p:nvCxnSpPr>
        <p:spPr>
          <a:xfrm>
            <a:off x="540050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3" name="Conexão recta 492"/>
          <p:cNvCxnSpPr>
            <a:cxnSpLocks noChangeAspect="1"/>
          </p:cNvCxnSpPr>
          <p:nvPr/>
        </p:nvCxnSpPr>
        <p:spPr>
          <a:xfrm>
            <a:off x="558033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4" name="Conexão recta 493"/>
          <p:cNvCxnSpPr>
            <a:cxnSpLocks noChangeAspect="1"/>
          </p:cNvCxnSpPr>
          <p:nvPr/>
        </p:nvCxnSpPr>
        <p:spPr>
          <a:xfrm>
            <a:off x="576033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5" name="Conexão recta 494"/>
          <p:cNvCxnSpPr>
            <a:cxnSpLocks noChangeAspect="1"/>
          </p:cNvCxnSpPr>
          <p:nvPr/>
        </p:nvCxnSpPr>
        <p:spPr>
          <a:xfrm>
            <a:off x="5940584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6" name="Conexão recta 495"/>
          <p:cNvCxnSpPr>
            <a:cxnSpLocks noChangeAspect="1"/>
          </p:cNvCxnSpPr>
          <p:nvPr/>
        </p:nvCxnSpPr>
        <p:spPr>
          <a:xfrm>
            <a:off x="6120584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7" name="Conexão recta 496"/>
          <p:cNvCxnSpPr>
            <a:cxnSpLocks noChangeAspect="1"/>
          </p:cNvCxnSpPr>
          <p:nvPr/>
        </p:nvCxnSpPr>
        <p:spPr>
          <a:xfrm>
            <a:off x="630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8" name="Conexão recta 497"/>
          <p:cNvCxnSpPr>
            <a:cxnSpLocks noChangeAspect="1"/>
          </p:cNvCxnSpPr>
          <p:nvPr/>
        </p:nvCxnSpPr>
        <p:spPr>
          <a:xfrm>
            <a:off x="648042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9" name="Conexão recta 498"/>
          <p:cNvCxnSpPr>
            <a:cxnSpLocks noChangeAspect="1"/>
          </p:cNvCxnSpPr>
          <p:nvPr/>
        </p:nvCxnSpPr>
        <p:spPr>
          <a:xfrm>
            <a:off x="666066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0" name="Conexão recta 499"/>
          <p:cNvCxnSpPr>
            <a:cxnSpLocks noChangeAspect="1"/>
          </p:cNvCxnSpPr>
          <p:nvPr/>
        </p:nvCxnSpPr>
        <p:spPr>
          <a:xfrm>
            <a:off x="684066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1" name="Conexão recta 500"/>
          <p:cNvCxnSpPr>
            <a:cxnSpLocks noChangeAspect="1"/>
          </p:cNvCxnSpPr>
          <p:nvPr/>
        </p:nvCxnSpPr>
        <p:spPr>
          <a:xfrm>
            <a:off x="70204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2" name="Conexão recta 501"/>
          <p:cNvCxnSpPr>
            <a:cxnSpLocks noChangeAspect="1"/>
          </p:cNvCxnSpPr>
          <p:nvPr/>
        </p:nvCxnSpPr>
        <p:spPr>
          <a:xfrm>
            <a:off x="72004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3" name="Conexão recta 502"/>
          <p:cNvCxnSpPr>
            <a:cxnSpLocks noChangeAspect="1"/>
          </p:cNvCxnSpPr>
          <p:nvPr/>
        </p:nvCxnSpPr>
        <p:spPr>
          <a:xfrm>
            <a:off x="738074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4" name="Conexão recta 503"/>
          <p:cNvCxnSpPr>
            <a:cxnSpLocks noChangeAspect="1"/>
          </p:cNvCxnSpPr>
          <p:nvPr/>
        </p:nvCxnSpPr>
        <p:spPr>
          <a:xfrm>
            <a:off x="7560740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5" name="Conexão recta 504"/>
          <p:cNvCxnSpPr>
            <a:cxnSpLocks noChangeAspect="1"/>
          </p:cNvCxnSpPr>
          <p:nvPr/>
        </p:nvCxnSpPr>
        <p:spPr>
          <a:xfrm>
            <a:off x="7740577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6" name="Conexão recta 505"/>
          <p:cNvCxnSpPr>
            <a:cxnSpLocks noChangeAspect="1"/>
          </p:cNvCxnSpPr>
          <p:nvPr/>
        </p:nvCxnSpPr>
        <p:spPr>
          <a:xfrm>
            <a:off x="792057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7" name="Conexão recta 506"/>
          <p:cNvCxnSpPr>
            <a:cxnSpLocks noChangeAspect="1"/>
          </p:cNvCxnSpPr>
          <p:nvPr/>
        </p:nvCxnSpPr>
        <p:spPr>
          <a:xfrm>
            <a:off x="81005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8" name="Conexão recta 507"/>
          <p:cNvCxnSpPr>
            <a:cxnSpLocks noChangeAspect="1"/>
          </p:cNvCxnSpPr>
          <p:nvPr/>
        </p:nvCxnSpPr>
        <p:spPr>
          <a:xfrm>
            <a:off x="8280596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9" name="Conexão recta 508"/>
          <p:cNvCxnSpPr>
            <a:cxnSpLocks noChangeAspect="1"/>
          </p:cNvCxnSpPr>
          <p:nvPr/>
        </p:nvCxnSpPr>
        <p:spPr>
          <a:xfrm>
            <a:off x="8460432" y="306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0" name="Conexão recta 509"/>
          <p:cNvCxnSpPr>
            <a:cxnSpLocks noChangeAspect="1"/>
          </p:cNvCxnSpPr>
          <p:nvPr/>
        </p:nvCxnSpPr>
        <p:spPr>
          <a:xfrm>
            <a:off x="4500001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1" name="Conexão recta 510"/>
          <p:cNvCxnSpPr>
            <a:cxnSpLocks noChangeAspect="1"/>
          </p:cNvCxnSpPr>
          <p:nvPr/>
        </p:nvCxnSpPr>
        <p:spPr>
          <a:xfrm>
            <a:off x="468000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2" name="Conexão recta 511"/>
          <p:cNvCxnSpPr>
            <a:cxnSpLocks noChangeAspect="1"/>
          </p:cNvCxnSpPr>
          <p:nvPr/>
        </p:nvCxnSpPr>
        <p:spPr>
          <a:xfrm>
            <a:off x="485983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3" name="Conexão recta 512"/>
          <p:cNvCxnSpPr>
            <a:cxnSpLocks noChangeAspect="1"/>
          </p:cNvCxnSpPr>
          <p:nvPr/>
        </p:nvCxnSpPr>
        <p:spPr>
          <a:xfrm>
            <a:off x="503983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4" name="Conexão recta 513"/>
          <p:cNvCxnSpPr>
            <a:cxnSpLocks noChangeAspect="1"/>
          </p:cNvCxnSpPr>
          <p:nvPr/>
        </p:nvCxnSpPr>
        <p:spPr>
          <a:xfrm>
            <a:off x="522008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Conexão recta 514"/>
          <p:cNvCxnSpPr>
            <a:cxnSpLocks noChangeAspect="1"/>
          </p:cNvCxnSpPr>
          <p:nvPr/>
        </p:nvCxnSpPr>
        <p:spPr>
          <a:xfrm>
            <a:off x="540008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Conexão recta 515"/>
          <p:cNvCxnSpPr>
            <a:cxnSpLocks noChangeAspect="1"/>
          </p:cNvCxnSpPr>
          <p:nvPr/>
        </p:nvCxnSpPr>
        <p:spPr>
          <a:xfrm>
            <a:off x="557991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7" name="Conexão recta 516"/>
          <p:cNvCxnSpPr>
            <a:cxnSpLocks noChangeAspect="1"/>
          </p:cNvCxnSpPr>
          <p:nvPr/>
        </p:nvCxnSpPr>
        <p:spPr>
          <a:xfrm>
            <a:off x="575991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Conexão recta 517"/>
          <p:cNvCxnSpPr>
            <a:cxnSpLocks noChangeAspect="1"/>
          </p:cNvCxnSpPr>
          <p:nvPr/>
        </p:nvCxnSpPr>
        <p:spPr>
          <a:xfrm>
            <a:off x="5940164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Conexão recta 518"/>
          <p:cNvCxnSpPr>
            <a:cxnSpLocks noChangeAspect="1"/>
          </p:cNvCxnSpPr>
          <p:nvPr/>
        </p:nvCxnSpPr>
        <p:spPr>
          <a:xfrm>
            <a:off x="6120164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Conexão recta 519"/>
          <p:cNvCxnSpPr>
            <a:cxnSpLocks noChangeAspect="1"/>
          </p:cNvCxnSpPr>
          <p:nvPr/>
        </p:nvCxnSpPr>
        <p:spPr>
          <a:xfrm>
            <a:off x="6300001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1" name="Conexão recta 520"/>
          <p:cNvCxnSpPr>
            <a:cxnSpLocks noChangeAspect="1"/>
          </p:cNvCxnSpPr>
          <p:nvPr/>
        </p:nvCxnSpPr>
        <p:spPr>
          <a:xfrm>
            <a:off x="648000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2" name="Conexão recta 521"/>
          <p:cNvCxnSpPr>
            <a:cxnSpLocks noChangeAspect="1"/>
          </p:cNvCxnSpPr>
          <p:nvPr/>
        </p:nvCxnSpPr>
        <p:spPr>
          <a:xfrm>
            <a:off x="666024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3" name="Conexão recta 522"/>
          <p:cNvCxnSpPr>
            <a:cxnSpLocks noChangeAspect="1"/>
          </p:cNvCxnSpPr>
          <p:nvPr/>
        </p:nvCxnSpPr>
        <p:spPr>
          <a:xfrm>
            <a:off x="684024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4" name="Conexão recta 523"/>
          <p:cNvCxnSpPr>
            <a:cxnSpLocks noChangeAspect="1"/>
          </p:cNvCxnSpPr>
          <p:nvPr/>
        </p:nvCxnSpPr>
        <p:spPr>
          <a:xfrm>
            <a:off x="70200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5" name="Conexão recta 524"/>
          <p:cNvCxnSpPr>
            <a:cxnSpLocks noChangeAspect="1"/>
          </p:cNvCxnSpPr>
          <p:nvPr/>
        </p:nvCxnSpPr>
        <p:spPr>
          <a:xfrm>
            <a:off x="72000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6" name="Conexão recta 525"/>
          <p:cNvCxnSpPr>
            <a:cxnSpLocks noChangeAspect="1"/>
          </p:cNvCxnSpPr>
          <p:nvPr/>
        </p:nvCxnSpPr>
        <p:spPr>
          <a:xfrm>
            <a:off x="7380321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7" name="Conexão recta 526"/>
          <p:cNvCxnSpPr>
            <a:cxnSpLocks noChangeAspect="1"/>
          </p:cNvCxnSpPr>
          <p:nvPr/>
        </p:nvCxnSpPr>
        <p:spPr>
          <a:xfrm>
            <a:off x="7560320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8" name="Conexão recta 527"/>
          <p:cNvCxnSpPr>
            <a:cxnSpLocks noChangeAspect="1"/>
          </p:cNvCxnSpPr>
          <p:nvPr/>
        </p:nvCxnSpPr>
        <p:spPr>
          <a:xfrm>
            <a:off x="774015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Conexão recta 528"/>
          <p:cNvCxnSpPr>
            <a:cxnSpLocks noChangeAspect="1"/>
          </p:cNvCxnSpPr>
          <p:nvPr/>
        </p:nvCxnSpPr>
        <p:spPr>
          <a:xfrm>
            <a:off x="792015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0" name="Conexão recta 529"/>
          <p:cNvCxnSpPr>
            <a:cxnSpLocks noChangeAspect="1"/>
          </p:cNvCxnSpPr>
          <p:nvPr/>
        </p:nvCxnSpPr>
        <p:spPr>
          <a:xfrm>
            <a:off x="81001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1" name="Conexão recta 530"/>
          <p:cNvCxnSpPr>
            <a:cxnSpLocks noChangeAspect="1"/>
          </p:cNvCxnSpPr>
          <p:nvPr/>
        </p:nvCxnSpPr>
        <p:spPr>
          <a:xfrm>
            <a:off x="8280176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2" name="Conexão recta 531"/>
          <p:cNvCxnSpPr>
            <a:cxnSpLocks noChangeAspect="1"/>
          </p:cNvCxnSpPr>
          <p:nvPr/>
        </p:nvCxnSpPr>
        <p:spPr>
          <a:xfrm>
            <a:off x="8460012" y="252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Conexão recta 532"/>
          <p:cNvCxnSpPr>
            <a:cxnSpLocks noChangeAspect="1"/>
          </p:cNvCxnSpPr>
          <p:nvPr/>
        </p:nvCxnSpPr>
        <p:spPr>
          <a:xfrm>
            <a:off x="540001" y="216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Conexão recta 533"/>
          <p:cNvCxnSpPr>
            <a:cxnSpLocks noChangeAspect="1"/>
          </p:cNvCxnSpPr>
          <p:nvPr/>
        </p:nvCxnSpPr>
        <p:spPr>
          <a:xfrm>
            <a:off x="54394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5" name="Conexão recta 534"/>
          <p:cNvCxnSpPr>
            <a:cxnSpLocks noChangeAspect="1"/>
          </p:cNvCxnSpPr>
          <p:nvPr/>
        </p:nvCxnSpPr>
        <p:spPr>
          <a:xfrm>
            <a:off x="72377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6" name="Conexão recta 535"/>
          <p:cNvCxnSpPr>
            <a:cxnSpLocks noChangeAspect="1"/>
          </p:cNvCxnSpPr>
          <p:nvPr/>
        </p:nvCxnSpPr>
        <p:spPr>
          <a:xfrm>
            <a:off x="90377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7" name="Conexão recta 536"/>
          <p:cNvCxnSpPr>
            <a:cxnSpLocks noChangeAspect="1"/>
          </p:cNvCxnSpPr>
          <p:nvPr/>
        </p:nvCxnSpPr>
        <p:spPr>
          <a:xfrm>
            <a:off x="108402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8" name="Conexão recta 537"/>
          <p:cNvCxnSpPr>
            <a:cxnSpLocks noChangeAspect="1"/>
          </p:cNvCxnSpPr>
          <p:nvPr/>
        </p:nvCxnSpPr>
        <p:spPr>
          <a:xfrm>
            <a:off x="126402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9" name="Conexão recta 538"/>
          <p:cNvCxnSpPr>
            <a:cxnSpLocks noChangeAspect="1"/>
          </p:cNvCxnSpPr>
          <p:nvPr/>
        </p:nvCxnSpPr>
        <p:spPr>
          <a:xfrm>
            <a:off x="144385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0" name="Conexão recta 539"/>
          <p:cNvCxnSpPr>
            <a:cxnSpLocks noChangeAspect="1"/>
          </p:cNvCxnSpPr>
          <p:nvPr/>
        </p:nvCxnSpPr>
        <p:spPr>
          <a:xfrm>
            <a:off x="162385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1" name="Conexão recta 540"/>
          <p:cNvCxnSpPr>
            <a:cxnSpLocks noChangeAspect="1"/>
          </p:cNvCxnSpPr>
          <p:nvPr/>
        </p:nvCxnSpPr>
        <p:spPr>
          <a:xfrm>
            <a:off x="180410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2" name="Conexão recta 541"/>
          <p:cNvCxnSpPr>
            <a:cxnSpLocks noChangeAspect="1"/>
          </p:cNvCxnSpPr>
          <p:nvPr/>
        </p:nvCxnSpPr>
        <p:spPr>
          <a:xfrm>
            <a:off x="198410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3" name="Conexão recta 542"/>
          <p:cNvCxnSpPr>
            <a:cxnSpLocks noChangeAspect="1"/>
          </p:cNvCxnSpPr>
          <p:nvPr/>
        </p:nvCxnSpPr>
        <p:spPr>
          <a:xfrm>
            <a:off x="216394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4" name="Conexão recta 543"/>
          <p:cNvCxnSpPr>
            <a:cxnSpLocks noChangeAspect="1"/>
          </p:cNvCxnSpPr>
          <p:nvPr/>
        </p:nvCxnSpPr>
        <p:spPr>
          <a:xfrm>
            <a:off x="234394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5" name="Conexão recta 544"/>
          <p:cNvCxnSpPr>
            <a:cxnSpLocks noChangeAspect="1"/>
          </p:cNvCxnSpPr>
          <p:nvPr/>
        </p:nvCxnSpPr>
        <p:spPr>
          <a:xfrm>
            <a:off x="252418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6" name="Conexão recta 545"/>
          <p:cNvCxnSpPr>
            <a:cxnSpLocks noChangeAspect="1"/>
          </p:cNvCxnSpPr>
          <p:nvPr/>
        </p:nvCxnSpPr>
        <p:spPr>
          <a:xfrm>
            <a:off x="270418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7" name="Conexão recta 546"/>
          <p:cNvCxnSpPr>
            <a:cxnSpLocks noChangeAspect="1"/>
          </p:cNvCxnSpPr>
          <p:nvPr/>
        </p:nvCxnSpPr>
        <p:spPr>
          <a:xfrm>
            <a:off x="28840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8" name="Conexão recta 547"/>
          <p:cNvCxnSpPr>
            <a:cxnSpLocks noChangeAspect="1"/>
          </p:cNvCxnSpPr>
          <p:nvPr/>
        </p:nvCxnSpPr>
        <p:spPr>
          <a:xfrm>
            <a:off x="30640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9" name="Conexão recta 548"/>
          <p:cNvCxnSpPr>
            <a:cxnSpLocks noChangeAspect="1"/>
          </p:cNvCxnSpPr>
          <p:nvPr/>
        </p:nvCxnSpPr>
        <p:spPr>
          <a:xfrm>
            <a:off x="324426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0" name="Conexão recta 549"/>
          <p:cNvCxnSpPr>
            <a:cxnSpLocks noChangeAspect="1"/>
          </p:cNvCxnSpPr>
          <p:nvPr/>
        </p:nvCxnSpPr>
        <p:spPr>
          <a:xfrm>
            <a:off x="3424263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1" name="Conexão recta 550"/>
          <p:cNvCxnSpPr>
            <a:cxnSpLocks noChangeAspect="1"/>
          </p:cNvCxnSpPr>
          <p:nvPr/>
        </p:nvCxnSpPr>
        <p:spPr>
          <a:xfrm>
            <a:off x="360409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2" name="Conexão recta 551"/>
          <p:cNvCxnSpPr>
            <a:cxnSpLocks noChangeAspect="1"/>
          </p:cNvCxnSpPr>
          <p:nvPr/>
        </p:nvCxnSpPr>
        <p:spPr>
          <a:xfrm>
            <a:off x="378409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3" name="Conexão recta 552"/>
          <p:cNvCxnSpPr>
            <a:cxnSpLocks noChangeAspect="1"/>
          </p:cNvCxnSpPr>
          <p:nvPr/>
        </p:nvCxnSpPr>
        <p:spPr>
          <a:xfrm>
            <a:off x="39641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4" name="Conexão recta 553"/>
          <p:cNvCxnSpPr>
            <a:cxnSpLocks noChangeAspect="1"/>
          </p:cNvCxnSpPr>
          <p:nvPr/>
        </p:nvCxnSpPr>
        <p:spPr>
          <a:xfrm>
            <a:off x="4144119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5" name="Conexão recta 554"/>
          <p:cNvCxnSpPr>
            <a:cxnSpLocks noChangeAspect="1"/>
          </p:cNvCxnSpPr>
          <p:nvPr/>
        </p:nvCxnSpPr>
        <p:spPr>
          <a:xfrm>
            <a:off x="4323955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6" name="Conexão recta 555"/>
          <p:cNvCxnSpPr>
            <a:cxnSpLocks noChangeAspect="1"/>
          </p:cNvCxnSpPr>
          <p:nvPr/>
        </p:nvCxnSpPr>
        <p:spPr>
          <a:xfrm>
            <a:off x="540001" y="162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Conexão recta 556"/>
          <p:cNvCxnSpPr>
            <a:cxnSpLocks noChangeAspect="1"/>
          </p:cNvCxnSpPr>
          <p:nvPr/>
        </p:nvCxnSpPr>
        <p:spPr>
          <a:xfrm>
            <a:off x="54609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8" name="Conexão recta 557"/>
          <p:cNvCxnSpPr>
            <a:cxnSpLocks noChangeAspect="1"/>
          </p:cNvCxnSpPr>
          <p:nvPr/>
        </p:nvCxnSpPr>
        <p:spPr>
          <a:xfrm>
            <a:off x="72593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9" name="Conexão recta 558"/>
          <p:cNvCxnSpPr>
            <a:cxnSpLocks noChangeAspect="1"/>
          </p:cNvCxnSpPr>
          <p:nvPr/>
        </p:nvCxnSpPr>
        <p:spPr>
          <a:xfrm>
            <a:off x="90593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0" name="Conexão recta 559"/>
          <p:cNvCxnSpPr>
            <a:cxnSpLocks noChangeAspect="1"/>
          </p:cNvCxnSpPr>
          <p:nvPr/>
        </p:nvCxnSpPr>
        <p:spPr>
          <a:xfrm>
            <a:off x="108617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1" name="Conexão recta 560"/>
          <p:cNvCxnSpPr>
            <a:cxnSpLocks noChangeAspect="1"/>
          </p:cNvCxnSpPr>
          <p:nvPr/>
        </p:nvCxnSpPr>
        <p:spPr>
          <a:xfrm>
            <a:off x="126617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2" name="Conexão recta 561"/>
          <p:cNvCxnSpPr>
            <a:cxnSpLocks noChangeAspect="1"/>
          </p:cNvCxnSpPr>
          <p:nvPr/>
        </p:nvCxnSpPr>
        <p:spPr>
          <a:xfrm>
            <a:off x="144601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3" name="Conexão recta 562"/>
          <p:cNvCxnSpPr>
            <a:cxnSpLocks noChangeAspect="1"/>
          </p:cNvCxnSpPr>
          <p:nvPr/>
        </p:nvCxnSpPr>
        <p:spPr>
          <a:xfrm>
            <a:off x="162601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4" name="Conexão recta 563"/>
          <p:cNvCxnSpPr>
            <a:cxnSpLocks noChangeAspect="1"/>
          </p:cNvCxnSpPr>
          <p:nvPr/>
        </p:nvCxnSpPr>
        <p:spPr>
          <a:xfrm>
            <a:off x="1806262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5" name="Conexão recta 564"/>
          <p:cNvCxnSpPr>
            <a:cxnSpLocks noChangeAspect="1"/>
          </p:cNvCxnSpPr>
          <p:nvPr/>
        </p:nvCxnSpPr>
        <p:spPr>
          <a:xfrm>
            <a:off x="1986262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6" name="Conexão recta 565"/>
          <p:cNvCxnSpPr>
            <a:cxnSpLocks noChangeAspect="1"/>
          </p:cNvCxnSpPr>
          <p:nvPr/>
        </p:nvCxnSpPr>
        <p:spPr>
          <a:xfrm>
            <a:off x="216609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7" name="Conexão recta 566"/>
          <p:cNvCxnSpPr>
            <a:cxnSpLocks noChangeAspect="1"/>
          </p:cNvCxnSpPr>
          <p:nvPr/>
        </p:nvCxnSpPr>
        <p:spPr>
          <a:xfrm>
            <a:off x="234609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8" name="Conexão recta 567"/>
          <p:cNvCxnSpPr>
            <a:cxnSpLocks noChangeAspect="1"/>
          </p:cNvCxnSpPr>
          <p:nvPr/>
        </p:nvCxnSpPr>
        <p:spPr>
          <a:xfrm>
            <a:off x="252633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9" name="Conexão recta 568"/>
          <p:cNvCxnSpPr>
            <a:cxnSpLocks noChangeAspect="1"/>
          </p:cNvCxnSpPr>
          <p:nvPr/>
        </p:nvCxnSpPr>
        <p:spPr>
          <a:xfrm>
            <a:off x="270633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0" name="Conexão recta 569"/>
          <p:cNvCxnSpPr>
            <a:cxnSpLocks noChangeAspect="1"/>
          </p:cNvCxnSpPr>
          <p:nvPr/>
        </p:nvCxnSpPr>
        <p:spPr>
          <a:xfrm>
            <a:off x="28861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1" name="Conexão recta 570"/>
          <p:cNvCxnSpPr>
            <a:cxnSpLocks noChangeAspect="1"/>
          </p:cNvCxnSpPr>
          <p:nvPr/>
        </p:nvCxnSpPr>
        <p:spPr>
          <a:xfrm>
            <a:off x="30661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2" name="Conexão recta 571"/>
          <p:cNvCxnSpPr>
            <a:cxnSpLocks noChangeAspect="1"/>
          </p:cNvCxnSpPr>
          <p:nvPr/>
        </p:nvCxnSpPr>
        <p:spPr>
          <a:xfrm>
            <a:off x="324641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3" name="Conexão recta 572"/>
          <p:cNvCxnSpPr>
            <a:cxnSpLocks noChangeAspect="1"/>
          </p:cNvCxnSpPr>
          <p:nvPr/>
        </p:nvCxnSpPr>
        <p:spPr>
          <a:xfrm>
            <a:off x="3426418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4" name="Conexão recta 573"/>
          <p:cNvCxnSpPr>
            <a:cxnSpLocks noChangeAspect="1"/>
          </p:cNvCxnSpPr>
          <p:nvPr/>
        </p:nvCxnSpPr>
        <p:spPr>
          <a:xfrm>
            <a:off x="360625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5" name="Conexão recta 574"/>
          <p:cNvCxnSpPr>
            <a:cxnSpLocks noChangeAspect="1"/>
          </p:cNvCxnSpPr>
          <p:nvPr/>
        </p:nvCxnSpPr>
        <p:spPr>
          <a:xfrm>
            <a:off x="378625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6" name="Conexão recta 575"/>
          <p:cNvCxnSpPr>
            <a:cxnSpLocks noChangeAspect="1"/>
          </p:cNvCxnSpPr>
          <p:nvPr/>
        </p:nvCxnSpPr>
        <p:spPr>
          <a:xfrm>
            <a:off x="39662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7" name="Conexão recta 576"/>
          <p:cNvCxnSpPr>
            <a:cxnSpLocks noChangeAspect="1"/>
          </p:cNvCxnSpPr>
          <p:nvPr/>
        </p:nvCxnSpPr>
        <p:spPr>
          <a:xfrm>
            <a:off x="4146274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8" name="Conexão recta 577"/>
          <p:cNvCxnSpPr>
            <a:cxnSpLocks noChangeAspect="1"/>
          </p:cNvCxnSpPr>
          <p:nvPr/>
        </p:nvCxnSpPr>
        <p:spPr>
          <a:xfrm>
            <a:off x="4326110" y="108615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9" name="Conexão recta 578"/>
          <p:cNvCxnSpPr>
            <a:cxnSpLocks noChangeAspect="1"/>
          </p:cNvCxnSpPr>
          <p:nvPr/>
        </p:nvCxnSpPr>
        <p:spPr>
          <a:xfrm>
            <a:off x="540001" y="1080000"/>
            <a:ext cx="79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Conexão recta 579"/>
          <p:cNvCxnSpPr>
            <a:cxnSpLocks noChangeAspect="1"/>
          </p:cNvCxnSpPr>
          <p:nvPr/>
        </p:nvCxnSpPr>
        <p:spPr>
          <a:xfrm>
            <a:off x="450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1" name="Conexão recta 580"/>
          <p:cNvCxnSpPr>
            <a:cxnSpLocks noChangeAspect="1"/>
          </p:cNvCxnSpPr>
          <p:nvPr/>
        </p:nvCxnSpPr>
        <p:spPr>
          <a:xfrm>
            <a:off x="468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2" name="Conexão recta 581"/>
          <p:cNvCxnSpPr>
            <a:cxnSpLocks noChangeAspect="1"/>
          </p:cNvCxnSpPr>
          <p:nvPr/>
        </p:nvCxnSpPr>
        <p:spPr>
          <a:xfrm>
            <a:off x="486025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3" name="Conexão recta 582"/>
          <p:cNvCxnSpPr>
            <a:cxnSpLocks noChangeAspect="1"/>
          </p:cNvCxnSpPr>
          <p:nvPr/>
        </p:nvCxnSpPr>
        <p:spPr>
          <a:xfrm>
            <a:off x="504025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4" name="Conexão recta 583"/>
          <p:cNvCxnSpPr>
            <a:cxnSpLocks noChangeAspect="1"/>
          </p:cNvCxnSpPr>
          <p:nvPr/>
        </p:nvCxnSpPr>
        <p:spPr>
          <a:xfrm>
            <a:off x="522050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5" name="Conexão recta 584"/>
          <p:cNvCxnSpPr>
            <a:cxnSpLocks noChangeAspect="1"/>
          </p:cNvCxnSpPr>
          <p:nvPr/>
        </p:nvCxnSpPr>
        <p:spPr>
          <a:xfrm>
            <a:off x="540050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6" name="Conexão recta 585"/>
          <p:cNvCxnSpPr>
            <a:cxnSpLocks noChangeAspect="1"/>
          </p:cNvCxnSpPr>
          <p:nvPr/>
        </p:nvCxnSpPr>
        <p:spPr>
          <a:xfrm>
            <a:off x="558033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7" name="Conexão recta 586"/>
          <p:cNvCxnSpPr>
            <a:cxnSpLocks noChangeAspect="1"/>
          </p:cNvCxnSpPr>
          <p:nvPr/>
        </p:nvCxnSpPr>
        <p:spPr>
          <a:xfrm>
            <a:off x="576033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8" name="Conexão recta 587"/>
          <p:cNvCxnSpPr>
            <a:cxnSpLocks noChangeAspect="1"/>
          </p:cNvCxnSpPr>
          <p:nvPr/>
        </p:nvCxnSpPr>
        <p:spPr>
          <a:xfrm>
            <a:off x="5940584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9" name="Conexão recta 588"/>
          <p:cNvCxnSpPr>
            <a:cxnSpLocks noChangeAspect="1"/>
          </p:cNvCxnSpPr>
          <p:nvPr/>
        </p:nvCxnSpPr>
        <p:spPr>
          <a:xfrm>
            <a:off x="6120584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0" name="Conexão recta 589"/>
          <p:cNvCxnSpPr>
            <a:cxnSpLocks noChangeAspect="1"/>
          </p:cNvCxnSpPr>
          <p:nvPr/>
        </p:nvCxnSpPr>
        <p:spPr>
          <a:xfrm>
            <a:off x="630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1" name="Conexão recta 590"/>
          <p:cNvCxnSpPr>
            <a:cxnSpLocks noChangeAspect="1"/>
          </p:cNvCxnSpPr>
          <p:nvPr/>
        </p:nvCxnSpPr>
        <p:spPr>
          <a:xfrm>
            <a:off x="648042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2" name="Conexão recta 591"/>
          <p:cNvCxnSpPr>
            <a:cxnSpLocks noChangeAspect="1"/>
          </p:cNvCxnSpPr>
          <p:nvPr/>
        </p:nvCxnSpPr>
        <p:spPr>
          <a:xfrm>
            <a:off x="666066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3" name="Conexão recta 592"/>
          <p:cNvCxnSpPr>
            <a:cxnSpLocks noChangeAspect="1"/>
          </p:cNvCxnSpPr>
          <p:nvPr/>
        </p:nvCxnSpPr>
        <p:spPr>
          <a:xfrm>
            <a:off x="684066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4" name="Conexão recta 593"/>
          <p:cNvCxnSpPr>
            <a:cxnSpLocks noChangeAspect="1"/>
          </p:cNvCxnSpPr>
          <p:nvPr/>
        </p:nvCxnSpPr>
        <p:spPr>
          <a:xfrm>
            <a:off x="70204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5" name="Conexão recta 594"/>
          <p:cNvCxnSpPr>
            <a:cxnSpLocks noChangeAspect="1"/>
          </p:cNvCxnSpPr>
          <p:nvPr/>
        </p:nvCxnSpPr>
        <p:spPr>
          <a:xfrm>
            <a:off x="72004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6" name="Conexão recta 595"/>
          <p:cNvCxnSpPr>
            <a:cxnSpLocks noChangeAspect="1"/>
          </p:cNvCxnSpPr>
          <p:nvPr/>
        </p:nvCxnSpPr>
        <p:spPr>
          <a:xfrm>
            <a:off x="738074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7" name="Conexão recta 596"/>
          <p:cNvCxnSpPr>
            <a:cxnSpLocks noChangeAspect="1"/>
          </p:cNvCxnSpPr>
          <p:nvPr/>
        </p:nvCxnSpPr>
        <p:spPr>
          <a:xfrm>
            <a:off x="7560740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8" name="Conexão recta 597"/>
          <p:cNvCxnSpPr>
            <a:cxnSpLocks noChangeAspect="1"/>
          </p:cNvCxnSpPr>
          <p:nvPr/>
        </p:nvCxnSpPr>
        <p:spPr>
          <a:xfrm>
            <a:off x="7740577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9" name="Conexão recta 598"/>
          <p:cNvCxnSpPr>
            <a:cxnSpLocks noChangeAspect="1"/>
          </p:cNvCxnSpPr>
          <p:nvPr/>
        </p:nvCxnSpPr>
        <p:spPr>
          <a:xfrm>
            <a:off x="792057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0" name="Conexão recta 599"/>
          <p:cNvCxnSpPr>
            <a:cxnSpLocks noChangeAspect="1"/>
          </p:cNvCxnSpPr>
          <p:nvPr/>
        </p:nvCxnSpPr>
        <p:spPr>
          <a:xfrm>
            <a:off x="81005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1" name="Conexão recta 600"/>
          <p:cNvCxnSpPr>
            <a:cxnSpLocks noChangeAspect="1"/>
          </p:cNvCxnSpPr>
          <p:nvPr/>
        </p:nvCxnSpPr>
        <p:spPr>
          <a:xfrm>
            <a:off x="8280596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2" name="Conexão recta 601"/>
          <p:cNvCxnSpPr>
            <a:cxnSpLocks noChangeAspect="1"/>
          </p:cNvCxnSpPr>
          <p:nvPr/>
        </p:nvCxnSpPr>
        <p:spPr>
          <a:xfrm>
            <a:off x="8460432" y="162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3" name="Conexão recta 602"/>
          <p:cNvCxnSpPr>
            <a:cxnSpLocks noChangeAspect="1"/>
          </p:cNvCxnSpPr>
          <p:nvPr/>
        </p:nvCxnSpPr>
        <p:spPr>
          <a:xfrm>
            <a:off x="4500001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4" name="Conexão recta 603"/>
          <p:cNvCxnSpPr>
            <a:cxnSpLocks noChangeAspect="1"/>
          </p:cNvCxnSpPr>
          <p:nvPr/>
        </p:nvCxnSpPr>
        <p:spPr>
          <a:xfrm>
            <a:off x="468000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5" name="Conexão recta 604"/>
          <p:cNvCxnSpPr>
            <a:cxnSpLocks noChangeAspect="1"/>
          </p:cNvCxnSpPr>
          <p:nvPr/>
        </p:nvCxnSpPr>
        <p:spPr>
          <a:xfrm>
            <a:off x="485983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6" name="Conexão recta 605"/>
          <p:cNvCxnSpPr>
            <a:cxnSpLocks noChangeAspect="1"/>
          </p:cNvCxnSpPr>
          <p:nvPr/>
        </p:nvCxnSpPr>
        <p:spPr>
          <a:xfrm>
            <a:off x="503983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7" name="Conexão recta 606"/>
          <p:cNvCxnSpPr>
            <a:cxnSpLocks noChangeAspect="1"/>
          </p:cNvCxnSpPr>
          <p:nvPr/>
        </p:nvCxnSpPr>
        <p:spPr>
          <a:xfrm>
            <a:off x="522008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8" name="Conexão recta 607"/>
          <p:cNvCxnSpPr>
            <a:cxnSpLocks noChangeAspect="1"/>
          </p:cNvCxnSpPr>
          <p:nvPr/>
        </p:nvCxnSpPr>
        <p:spPr>
          <a:xfrm>
            <a:off x="540008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9" name="Conexão recta 608"/>
          <p:cNvCxnSpPr>
            <a:cxnSpLocks noChangeAspect="1"/>
          </p:cNvCxnSpPr>
          <p:nvPr/>
        </p:nvCxnSpPr>
        <p:spPr>
          <a:xfrm>
            <a:off x="557991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0" name="Conexão recta 609"/>
          <p:cNvCxnSpPr>
            <a:cxnSpLocks noChangeAspect="1"/>
          </p:cNvCxnSpPr>
          <p:nvPr/>
        </p:nvCxnSpPr>
        <p:spPr>
          <a:xfrm>
            <a:off x="575991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1" name="Conexão recta 610"/>
          <p:cNvCxnSpPr>
            <a:cxnSpLocks noChangeAspect="1"/>
          </p:cNvCxnSpPr>
          <p:nvPr/>
        </p:nvCxnSpPr>
        <p:spPr>
          <a:xfrm>
            <a:off x="5940164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2" name="Conexão recta 611"/>
          <p:cNvCxnSpPr>
            <a:cxnSpLocks noChangeAspect="1"/>
          </p:cNvCxnSpPr>
          <p:nvPr/>
        </p:nvCxnSpPr>
        <p:spPr>
          <a:xfrm>
            <a:off x="6120164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3" name="Conexão recta 612"/>
          <p:cNvCxnSpPr>
            <a:cxnSpLocks noChangeAspect="1"/>
          </p:cNvCxnSpPr>
          <p:nvPr/>
        </p:nvCxnSpPr>
        <p:spPr>
          <a:xfrm>
            <a:off x="6300001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4" name="Conexão recta 613"/>
          <p:cNvCxnSpPr>
            <a:cxnSpLocks noChangeAspect="1"/>
          </p:cNvCxnSpPr>
          <p:nvPr/>
        </p:nvCxnSpPr>
        <p:spPr>
          <a:xfrm>
            <a:off x="648000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5" name="Conexão recta 614"/>
          <p:cNvCxnSpPr>
            <a:cxnSpLocks noChangeAspect="1"/>
          </p:cNvCxnSpPr>
          <p:nvPr/>
        </p:nvCxnSpPr>
        <p:spPr>
          <a:xfrm>
            <a:off x="666024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" name="Conexão recta 615"/>
          <p:cNvCxnSpPr>
            <a:cxnSpLocks noChangeAspect="1"/>
          </p:cNvCxnSpPr>
          <p:nvPr/>
        </p:nvCxnSpPr>
        <p:spPr>
          <a:xfrm>
            <a:off x="684024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7" name="Conexão recta 616"/>
          <p:cNvCxnSpPr>
            <a:cxnSpLocks noChangeAspect="1"/>
          </p:cNvCxnSpPr>
          <p:nvPr/>
        </p:nvCxnSpPr>
        <p:spPr>
          <a:xfrm>
            <a:off x="70200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8" name="Conexão recta 617"/>
          <p:cNvCxnSpPr>
            <a:cxnSpLocks noChangeAspect="1"/>
          </p:cNvCxnSpPr>
          <p:nvPr/>
        </p:nvCxnSpPr>
        <p:spPr>
          <a:xfrm>
            <a:off x="72000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9" name="Conexão recta 618"/>
          <p:cNvCxnSpPr>
            <a:cxnSpLocks noChangeAspect="1"/>
          </p:cNvCxnSpPr>
          <p:nvPr/>
        </p:nvCxnSpPr>
        <p:spPr>
          <a:xfrm>
            <a:off x="7380321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0" name="Conexão recta 619"/>
          <p:cNvCxnSpPr>
            <a:cxnSpLocks noChangeAspect="1"/>
          </p:cNvCxnSpPr>
          <p:nvPr/>
        </p:nvCxnSpPr>
        <p:spPr>
          <a:xfrm>
            <a:off x="7560320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1" name="Conexão recta 620"/>
          <p:cNvCxnSpPr>
            <a:cxnSpLocks noChangeAspect="1"/>
          </p:cNvCxnSpPr>
          <p:nvPr/>
        </p:nvCxnSpPr>
        <p:spPr>
          <a:xfrm>
            <a:off x="774015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2" name="Conexão recta 621"/>
          <p:cNvCxnSpPr>
            <a:cxnSpLocks noChangeAspect="1"/>
          </p:cNvCxnSpPr>
          <p:nvPr/>
        </p:nvCxnSpPr>
        <p:spPr>
          <a:xfrm>
            <a:off x="792015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Conexão recta 622"/>
          <p:cNvCxnSpPr>
            <a:cxnSpLocks noChangeAspect="1"/>
          </p:cNvCxnSpPr>
          <p:nvPr/>
        </p:nvCxnSpPr>
        <p:spPr>
          <a:xfrm>
            <a:off x="81001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4" name="Conexão recta 623"/>
          <p:cNvCxnSpPr>
            <a:cxnSpLocks noChangeAspect="1"/>
          </p:cNvCxnSpPr>
          <p:nvPr/>
        </p:nvCxnSpPr>
        <p:spPr>
          <a:xfrm>
            <a:off x="8280176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Conexão recta 624"/>
          <p:cNvCxnSpPr>
            <a:cxnSpLocks noChangeAspect="1"/>
          </p:cNvCxnSpPr>
          <p:nvPr/>
        </p:nvCxnSpPr>
        <p:spPr>
          <a:xfrm>
            <a:off x="8460012" y="1080000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Conexão recta 625"/>
          <p:cNvCxnSpPr>
            <a:cxnSpLocks noChangeAspect="1"/>
          </p:cNvCxnSpPr>
          <p:nvPr/>
        </p:nvCxnSpPr>
        <p:spPr>
          <a:xfrm>
            <a:off x="540001" y="900000"/>
            <a:ext cx="792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Conexão recta 626"/>
          <p:cNvCxnSpPr>
            <a:cxnSpLocks noChangeAspect="1"/>
          </p:cNvCxnSpPr>
          <p:nvPr/>
        </p:nvCxnSpPr>
        <p:spPr>
          <a:xfrm>
            <a:off x="180001" y="720000"/>
            <a:ext cx="864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Conexão recta 627"/>
          <p:cNvCxnSpPr>
            <a:cxnSpLocks noChangeAspect="1"/>
          </p:cNvCxnSpPr>
          <p:nvPr/>
        </p:nvCxnSpPr>
        <p:spPr>
          <a:xfrm>
            <a:off x="36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9" name="Conexão recta 628"/>
          <p:cNvCxnSpPr>
            <a:cxnSpLocks noChangeAspect="1"/>
          </p:cNvCxnSpPr>
          <p:nvPr/>
        </p:nvCxnSpPr>
        <p:spPr>
          <a:xfrm>
            <a:off x="54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0" name="Conexão recta 629"/>
          <p:cNvCxnSpPr>
            <a:cxnSpLocks noChangeAspect="1"/>
          </p:cNvCxnSpPr>
          <p:nvPr/>
        </p:nvCxnSpPr>
        <p:spPr>
          <a:xfrm>
            <a:off x="72377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1" name="Conexão recta 630"/>
          <p:cNvCxnSpPr>
            <a:cxnSpLocks noChangeAspect="1"/>
          </p:cNvCxnSpPr>
          <p:nvPr/>
        </p:nvCxnSpPr>
        <p:spPr>
          <a:xfrm>
            <a:off x="90377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2" name="Conexão recta 631"/>
          <p:cNvCxnSpPr>
            <a:cxnSpLocks noChangeAspect="1"/>
          </p:cNvCxnSpPr>
          <p:nvPr/>
        </p:nvCxnSpPr>
        <p:spPr>
          <a:xfrm>
            <a:off x="108402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3" name="Conexão recta 632"/>
          <p:cNvCxnSpPr>
            <a:cxnSpLocks noChangeAspect="1"/>
          </p:cNvCxnSpPr>
          <p:nvPr/>
        </p:nvCxnSpPr>
        <p:spPr>
          <a:xfrm>
            <a:off x="126402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4" name="Conexão recta 633"/>
          <p:cNvCxnSpPr>
            <a:cxnSpLocks noChangeAspect="1"/>
          </p:cNvCxnSpPr>
          <p:nvPr/>
        </p:nvCxnSpPr>
        <p:spPr>
          <a:xfrm>
            <a:off x="144385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5" name="Conexão recta 634"/>
          <p:cNvCxnSpPr>
            <a:cxnSpLocks noChangeAspect="1"/>
          </p:cNvCxnSpPr>
          <p:nvPr/>
        </p:nvCxnSpPr>
        <p:spPr>
          <a:xfrm>
            <a:off x="162385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6" name="Conexão recta 635"/>
          <p:cNvCxnSpPr>
            <a:cxnSpLocks noChangeAspect="1"/>
          </p:cNvCxnSpPr>
          <p:nvPr/>
        </p:nvCxnSpPr>
        <p:spPr>
          <a:xfrm>
            <a:off x="180410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7" name="Conexão recta 636"/>
          <p:cNvCxnSpPr>
            <a:cxnSpLocks noChangeAspect="1"/>
          </p:cNvCxnSpPr>
          <p:nvPr/>
        </p:nvCxnSpPr>
        <p:spPr>
          <a:xfrm>
            <a:off x="198410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8" name="Conexão recta 637"/>
          <p:cNvCxnSpPr>
            <a:cxnSpLocks noChangeAspect="1"/>
          </p:cNvCxnSpPr>
          <p:nvPr/>
        </p:nvCxnSpPr>
        <p:spPr>
          <a:xfrm>
            <a:off x="216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9" name="Conexão recta 638"/>
          <p:cNvCxnSpPr>
            <a:cxnSpLocks noChangeAspect="1"/>
          </p:cNvCxnSpPr>
          <p:nvPr/>
        </p:nvCxnSpPr>
        <p:spPr>
          <a:xfrm>
            <a:off x="234394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0" name="Conexão recta 639"/>
          <p:cNvCxnSpPr>
            <a:cxnSpLocks noChangeAspect="1"/>
          </p:cNvCxnSpPr>
          <p:nvPr/>
        </p:nvCxnSpPr>
        <p:spPr>
          <a:xfrm>
            <a:off x="252418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1" name="Conexão recta 640"/>
          <p:cNvCxnSpPr>
            <a:cxnSpLocks noChangeAspect="1"/>
          </p:cNvCxnSpPr>
          <p:nvPr/>
        </p:nvCxnSpPr>
        <p:spPr>
          <a:xfrm>
            <a:off x="270418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2" name="Conexão recta 641"/>
          <p:cNvCxnSpPr>
            <a:cxnSpLocks noChangeAspect="1"/>
          </p:cNvCxnSpPr>
          <p:nvPr/>
        </p:nvCxnSpPr>
        <p:spPr>
          <a:xfrm>
            <a:off x="28840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Conexão recta 642"/>
          <p:cNvCxnSpPr>
            <a:cxnSpLocks noChangeAspect="1"/>
          </p:cNvCxnSpPr>
          <p:nvPr/>
        </p:nvCxnSpPr>
        <p:spPr>
          <a:xfrm>
            <a:off x="30640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4" name="Conexão recta 643"/>
          <p:cNvCxnSpPr>
            <a:cxnSpLocks noChangeAspect="1"/>
          </p:cNvCxnSpPr>
          <p:nvPr/>
        </p:nvCxnSpPr>
        <p:spPr>
          <a:xfrm>
            <a:off x="324426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5" name="Conexão recta 644"/>
          <p:cNvCxnSpPr>
            <a:cxnSpLocks noChangeAspect="1"/>
          </p:cNvCxnSpPr>
          <p:nvPr/>
        </p:nvCxnSpPr>
        <p:spPr>
          <a:xfrm>
            <a:off x="3424263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6" name="Conexão recta 645"/>
          <p:cNvCxnSpPr>
            <a:cxnSpLocks noChangeAspect="1"/>
          </p:cNvCxnSpPr>
          <p:nvPr/>
        </p:nvCxnSpPr>
        <p:spPr>
          <a:xfrm>
            <a:off x="360409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7" name="Conexão recta 646"/>
          <p:cNvCxnSpPr>
            <a:cxnSpLocks noChangeAspect="1"/>
          </p:cNvCxnSpPr>
          <p:nvPr/>
        </p:nvCxnSpPr>
        <p:spPr>
          <a:xfrm>
            <a:off x="378409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8" name="Conexão recta 647"/>
          <p:cNvCxnSpPr>
            <a:cxnSpLocks noChangeAspect="1"/>
          </p:cNvCxnSpPr>
          <p:nvPr/>
        </p:nvCxnSpPr>
        <p:spPr>
          <a:xfrm>
            <a:off x="39641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9" name="Conexão recta 648"/>
          <p:cNvCxnSpPr>
            <a:cxnSpLocks noChangeAspect="1"/>
          </p:cNvCxnSpPr>
          <p:nvPr/>
        </p:nvCxnSpPr>
        <p:spPr>
          <a:xfrm>
            <a:off x="4144119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0" name="Conexão recta 649"/>
          <p:cNvCxnSpPr>
            <a:cxnSpLocks noChangeAspect="1"/>
          </p:cNvCxnSpPr>
          <p:nvPr/>
        </p:nvCxnSpPr>
        <p:spPr>
          <a:xfrm>
            <a:off x="4323955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1" name="Conexão recta 650"/>
          <p:cNvCxnSpPr>
            <a:cxnSpLocks noChangeAspect="1"/>
          </p:cNvCxnSpPr>
          <p:nvPr/>
        </p:nvCxnSpPr>
        <p:spPr>
          <a:xfrm>
            <a:off x="180001" y="180000"/>
            <a:ext cx="864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Conexão recta 651"/>
          <p:cNvCxnSpPr>
            <a:cxnSpLocks noChangeAspect="1"/>
          </p:cNvCxnSpPr>
          <p:nvPr/>
        </p:nvCxnSpPr>
        <p:spPr>
          <a:xfrm>
            <a:off x="450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3" name="Conexão recta 652"/>
          <p:cNvCxnSpPr>
            <a:cxnSpLocks noChangeAspect="1"/>
          </p:cNvCxnSpPr>
          <p:nvPr/>
        </p:nvCxnSpPr>
        <p:spPr>
          <a:xfrm>
            <a:off x="468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4" name="Conexão recta 653"/>
          <p:cNvCxnSpPr>
            <a:cxnSpLocks noChangeAspect="1"/>
          </p:cNvCxnSpPr>
          <p:nvPr/>
        </p:nvCxnSpPr>
        <p:spPr>
          <a:xfrm>
            <a:off x="486025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5" name="Conexão recta 654"/>
          <p:cNvCxnSpPr>
            <a:cxnSpLocks noChangeAspect="1"/>
          </p:cNvCxnSpPr>
          <p:nvPr/>
        </p:nvCxnSpPr>
        <p:spPr>
          <a:xfrm>
            <a:off x="504025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6" name="Conexão recta 655"/>
          <p:cNvCxnSpPr>
            <a:cxnSpLocks noChangeAspect="1"/>
          </p:cNvCxnSpPr>
          <p:nvPr/>
        </p:nvCxnSpPr>
        <p:spPr>
          <a:xfrm>
            <a:off x="522050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7" name="Conexão recta 656"/>
          <p:cNvCxnSpPr>
            <a:cxnSpLocks noChangeAspect="1"/>
          </p:cNvCxnSpPr>
          <p:nvPr/>
        </p:nvCxnSpPr>
        <p:spPr>
          <a:xfrm>
            <a:off x="540050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8" name="Conexão recta 657"/>
          <p:cNvCxnSpPr>
            <a:cxnSpLocks noChangeAspect="1"/>
          </p:cNvCxnSpPr>
          <p:nvPr/>
        </p:nvCxnSpPr>
        <p:spPr>
          <a:xfrm>
            <a:off x="558033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Conexão recta 658"/>
          <p:cNvCxnSpPr>
            <a:cxnSpLocks noChangeAspect="1"/>
          </p:cNvCxnSpPr>
          <p:nvPr/>
        </p:nvCxnSpPr>
        <p:spPr>
          <a:xfrm>
            <a:off x="576033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0" name="Conexão recta 659"/>
          <p:cNvCxnSpPr>
            <a:cxnSpLocks noChangeAspect="1"/>
          </p:cNvCxnSpPr>
          <p:nvPr/>
        </p:nvCxnSpPr>
        <p:spPr>
          <a:xfrm>
            <a:off x="5940584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1" name="Conexão recta 660"/>
          <p:cNvCxnSpPr>
            <a:cxnSpLocks noChangeAspect="1"/>
          </p:cNvCxnSpPr>
          <p:nvPr/>
        </p:nvCxnSpPr>
        <p:spPr>
          <a:xfrm>
            <a:off x="6120584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2" name="Conexão recta 661"/>
          <p:cNvCxnSpPr>
            <a:cxnSpLocks noChangeAspect="1"/>
          </p:cNvCxnSpPr>
          <p:nvPr/>
        </p:nvCxnSpPr>
        <p:spPr>
          <a:xfrm>
            <a:off x="630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3" name="Conexão recta 662"/>
          <p:cNvCxnSpPr>
            <a:cxnSpLocks noChangeAspect="1"/>
          </p:cNvCxnSpPr>
          <p:nvPr/>
        </p:nvCxnSpPr>
        <p:spPr>
          <a:xfrm>
            <a:off x="648042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4" name="Conexão recta 663"/>
          <p:cNvCxnSpPr>
            <a:cxnSpLocks noChangeAspect="1"/>
          </p:cNvCxnSpPr>
          <p:nvPr/>
        </p:nvCxnSpPr>
        <p:spPr>
          <a:xfrm>
            <a:off x="666066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5" name="Conexão recta 664"/>
          <p:cNvCxnSpPr>
            <a:cxnSpLocks noChangeAspect="1"/>
          </p:cNvCxnSpPr>
          <p:nvPr/>
        </p:nvCxnSpPr>
        <p:spPr>
          <a:xfrm>
            <a:off x="684066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6" name="Conexão recta 665"/>
          <p:cNvCxnSpPr>
            <a:cxnSpLocks noChangeAspect="1"/>
          </p:cNvCxnSpPr>
          <p:nvPr/>
        </p:nvCxnSpPr>
        <p:spPr>
          <a:xfrm>
            <a:off x="70204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7" name="Conexão recta 666"/>
          <p:cNvCxnSpPr>
            <a:cxnSpLocks noChangeAspect="1"/>
          </p:cNvCxnSpPr>
          <p:nvPr/>
        </p:nvCxnSpPr>
        <p:spPr>
          <a:xfrm>
            <a:off x="72004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8" name="Conexão recta 667"/>
          <p:cNvCxnSpPr>
            <a:cxnSpLocks noChangeAspect="1"/>
          </p:cNvCxnSpPr>
          <p:nvPr/>
        </p:nvCxnSpPr>
        <p:spPr>
          <a:xfrm>
            <a:off x="738074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9" name="Conexão recta 668"/>
          <p:cNvCxnSpPr>
            <a:cxnSpLocks noChangeAspect="1"/>
          </p:cNvCxnSpPr>
          <p:nvPr/>
        </p:nvCxnSpPr>
        <p:spPr>
          <a:xfrm>
            <a:off x="756074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0" name="Conexão recta 669"/>
          <p:cNvCxnSpPr>
            <a:cxnSpLocks noChangeAspect="1"/>
          </p:cNvCxnSpPr>
          <p:nvPr/>
        </p:nvCxnSpPr>
        <p:spPr>
          <a:xfrm>
            <a:off x="7740577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1" name="Conexão recta 670"/>
          <p:cNvCxnSpPr>
            <a:cxnSpLocks noChangeAspect="1"/>
          </p:cNvCxnSpPr>
          <p:nvPr/>
        </p:nvCxnSpPr>
        <p:spPr>
          <a:xfrm>
            <a:off x="792057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2" name="Conexão recta 671"/>
          <p:cNvCxnSpPr>
            <a:cxnSpLocks noChangeAspect="1"/>
          </p:cNvCxnSpPr>
          <p:nvPr/>
        </p:nvCxnSpPr>
        <p:spPr>
          <a:xfrm>
            <a:off x="81005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3" name="Conexão recta 672"/>
          <p:cNvCxnSpPr>
            <a:cxnSpLocks noChangeAspect="1"/>
          </p:cNvCxnSpPr>
          <p:nvPr/>
        </p:nvCxnSpPr>
        <p:spPr>
          <a:xfrm>
            <a:off x="8280596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4" name="Conexão recta 673"/>
          <p:cNvCxnSpPr>
            <a:cxnSpLocks noChangeAspect="1"/>
          </p:cNvCxnSpPr>
          <p:nvPr/>
        </p:nvCxnSpPr>
        <p:spPr>
          <a:xfrm>
            <a:off x="8460432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5" name="Conexão recta 674"/>
          <p:cNvCxnSpPr>
            <a:cxnSpLocks noChangeAspect="1"/>
          </p:cNvCxnSpPr>
          <p:nvPr/>
        </p:nvCxnSpPr>
        <p:spPr>
          <a:xfrm>
            <a:off x="8640000" y="180001"/>
            <a:ext cx="0" cy="5400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6" name="Conexão recta 675"/>
          <p:cNvCxnSpPr/>
          <p:nvPr/>
        </p:nvCxnSpPr>
        <p:spPr>
          <a:xfrm>
            <a:off x="360000" y="108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Conexão recta 676"/>
          <p:cNvCxnSpPr/>
          <p:nvPr/>
        </p:nvCxnSpPr>
        <p:spPr>
          <a:xfrm>
            <a:off x="360000" y="252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Conexão recta 677"/>
          <p:cNvCxnSpPr/>
          <p:nvPr/>
        </p:nvCxnSpPr>
        <p:spPr>
          <a:xfrm>
            <a:off x="8640000" y="252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Conexão recta 678"/>
          <p:cNvCxnSpPr/>
          <p:nvPr/>
        </p:nvCxnSpPr>
        <p:spPr>
          <a:xfrm>
            <a:off x="8640000" y="1080000"/>
            <a:ext cx="0" cy="1080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Conexão recta 679"/>
          <p:cNvCxnSpPr>
            <a:cxnSpLocks noChangeAspect="1"/>
          </p:cNvCxnSpPr>
          <p:nvPr/>
        </p:nvCxnSpPr>
        <p:spPr>
          <a:xfrm>
            <a:off x="5040000" y="396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Conexão recta 680"/>
          <p:cNvCxnSpPr>
            <a:cxnSpLocks noChangeAspect="1"/>
          </p:cNvCxnSpPr>
          <p:nvPr/>
        </p:nvCxnSpPr>
        <p:spPr>
          <a:xfrm>
            <a:off x="5040000" y="4500000"/>
            <a:ext cx="3780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Conexão recta 681"/>
          <p:cNvCxnSpPr/>
          <p:nvPr/>
        </p:nvCxnSpPr>
        <p:spPr>
          <a:xfrm>
            <a:off x="4320001" y="3960000"/>
            <a:ext cx="36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569077" y="10080898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Oval 4"/>
          <p:cNvSpPr/>
          <p:nvPr/>
        </p:nvSpPr>
        <p:spPr>
          <a:xfrm>
            <a:off x="4032563" y="673226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1" name="Oval 310"/>
          <p:cNvSpPr/>
          <p:nvPr/>
        </p:nvSpPr>
        <p:spPr>
          <a:xfrm>
            <a:off x="4212563" y="673226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2" name="Oval 311"/>
          <p:cNvSpPr/>
          <p:nvPr/>
        </p:nvSpPr>
        <p:spPr>
          <a:xfrm>
            <a:off x="4752563" y="673226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3" name="Oval 312"/>
          <p:cNvSpPr/>
          <p:nvPr/>
        </p:nvSpPr>
        <p:spPr>
          <a:xfrm>
            <a:off x="4932563" y="6732269"/>
            <a:ext cx="36000" cy="36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0" name="Conexão recta unidireccional 19"/>
          <p:cNvCxnSpPr>
            <a:stCxn id="311" idx="0"/>
          </p:cNvCxnSpPr>
          <p:nvPr/>
        </p:nvCxnSpPr>
        <p:spPr>
          <a:xfrm flipV="1">
            <a:off x="4230563" y="3852317"/>
            <a:ext cx="18000" cy="2879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exão recta unidireccional 21"/>
          <p:cNvCxnSpPr/>
          <p:nvPr/>
        </p:nvCxnSpPr>
        <p:spPr>
          <a:xfrm>
            <a:off x="4248563" y="3852317"/>
            <a:ext cx="450047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exão recta unidireccional 25"/>
          <p:cNvCxnSpPr/>
          <p:nvPr/>
        </p:nvCxnSpPr>
        <p:spPr>
          <a:xfrm flipV="1">
            <a:off x="8749034" y="827981"/>
            <a:ext cx="0" cy="30243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exão recta unidireccional 27"/>
          <p:cNvCxnSpPr/>
          <p:nvPr/>
        </p:nvCxnSpPr>
        <p:spPr>
          <a:xfrm flipH="1">
            <a:off x="252090" y="827981"/>
            <a:ext cx="84969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exão recta unidireccional 29"/>
          <p:cNvCxnSpPr/>
          <p:nvPr/>
        </p:nvCxnSpPr>
        <p:spPr>
          <a:xfrm>
            <a:off x="252090" y="827981"/>
            <a:ext cx="0" cy="30243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Conexão recta unidireccional 287"/>
          <p:cNvCxnSpPr/>
          <p:nvPr/>
        </p:nvCxnSpPr>
        <p:spPr>
          <a:xfrm>
            <a:off x="252090" y="3852317"/>
            <a:ext cx="37984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Conexão recta unidireccional 291"/>
          <p:cNvCxnSpPr>
            <a:endCxn id="5" idx="1"/>
          </p:cNvCxnSpPr>
          <p:nvPr/>
        </p:nvCxnSpPr>
        <p:spPr>
          <a:xfrm>
            <a:off x="4032563" y="3852317"/>
            <a:ext cx="5272" cy="28852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Conexão recta unidireccional 293"/>
          <p:cNvCxnSpPr>
            <a:stCxn id="311" idx="2"/>
          </p:cNvCxnSpPr>
          <p:nvPr/>
        </p:nvCxnSpPr>
        <p:spPr>
          <a:xfrm flipV="1">
            <a:off x="4212563" y="3708301"/>
            <a:ext cx="0" cy="30419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exão recta unidireccional 295"/>
          <p:cNvCxnSpPr/>
          <p:nvPr/>
        </p:nvCxnSpPr>
        <p:spPr>
          <a:xfrm flipH="1">
            <a:off x="468114" y="3708301"/>
            <a:ext cx="374444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exão recta unidireccional 303"/>
          <p:cNvCxnSpPr/>
          <p:nvPr/>
        </p:nvCxnSpPr>
        <p:spPr>
          <a:xfrm flipH="1">
            <a:off x="4752563" y="3708301"/>
            <a:ext cx="383451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exão recta unidireccional 305"/>
          <p:cNvCxnSpPr>
            <a:endCxn id="312" idx="7"/>
          </p:cNvCxnSpPr>
          <p:nvPr/>
        </p:nvCxnSpPr>
        <p:spPr>
          <a:xfrm>
            <a:off x="4752563" y="3708301"/>
            <a:ext cx="30728" cy="3029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exão recta unidireccional 309"/>
          <p:cNvCxnSpPr>
            <a:stCxn id="313" idx="6"/>
          </p:cNvCxnSpPr>
          <p:nvPr/>
        </p:nvCxnSpPr>
        <p:spPr>
          <a:xfrm flipV="1">
            <a:off x="4968563" y="3641649"/>
            <a:ext cx="0" cy="31086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8" name="Conexão recta unidireccional 317"/>
          <p:cNvCxnSpPr/>
          <p:nvPr/>
        </p:nvCxnSpPr>
        <p:spPr>
          <a:xfrm flipH="1">
            <a:off x="409183" y="3641649"/>
            <a:ext cx="4590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2" name="Conexão recta unidireccional 321"/>
          <p:cNvCxnSpPr/>
          <p:nvPr/>
        </p:nvCxnSpPr>
        <p:spPr>
          <a:xfrm flipV="1">
            <a:off x="409183" y="1044005"/>
            <a:ext cx="0" cy="25976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4" name="Conexão recta unidireccional 323"/>
          <p:cNvCxnSpPr/>
          <p:nvPr/>
        </p:nvCxnSpPr>
        <p:spPr>
          <a:xfrm>
            <a:off x="409183" y="1044005"/>
            <a:ext cx="812382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6" name="Conexão recta unidireccional 325"/>
          <p:cNvCxnSpPr/>
          <p:nvPr/>
        </p:nvCxnSpPr>
        <p:spPr>
          <a:xfrm>
            <a:off x="8533010" y="1044005"/>
            <a:ext cx="0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8" name="Conexão recta unidireccional 327"/>
          <p:cNvCxnSpPr/>
          <p:nvPr/>
        </p:nvCxnSpPr>
        <p:spPr>
          <a:xfrm flipH="1">
            <a:off x="324098" y="2268141"/>
            <a:ext cx="82089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2" name="Conexão recta unidireccional 331"/>
          <p:cNvCxnSpPr/>
          <p:nvPr/>
        </p:nvCxnSpPr>
        <p:spPr>
          <a:xfrm>
            <a:off x="324098" y="2268141"/>
            <a:ext cx="0" cy="16561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4" name="Conexão recta unidireccional 333"/>
          <p:cNvCxnSpPr/>
          <p:nvPr/>
        </p:nvCxnSpPr>
        <p:spPr>
          <a:xfrm>
            <a:off x="324098" y="3924325"/>
            <a:ext cx="374446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6" name="Conexão recta unidireccional 335"/>
          <p:cNvCxnSpPr>
            <a:endCxn id="5" idx="7"/>
          </p:cNvCxnSpPr>
          <p:nvPr/>
        </p:nvCxnSpPr>
        <p:spPr>
          <a:xfrm>
            <a:off x="4050563" y="3924325"/>
            <a:ext cx="12728" cy="28132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8" name="Conexão recta unidireccional 337"/>
          <p:cNvCxnSpPr>
            <a:stCxn id="313" idx="0"/>
          </p:cNvCxnSpPr>
          <p:nvPr/>
        </p:nvCxnSpPr>
        <p:spPr>
          <a:xfrm flipH="1" flipV="1">
            <a:off x="4932563" y="3924325"/>
            <a:ext cx="18000" cy="28079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0" name="Conexão recta unidireccional 339"/>
          <p:cNvCxnSpPr/>
          <p:nvPr/>
        </p:nvCxnSpPr>
        <p:spPr>
          <a:xfrm>
            <a:off x="4932563" y="3924325"/>
            <a:ext cx="374446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2" name="Conexão recta unidireccional 341"/>
          <p:cNvCxnSpPr/>
          <p:nvPr/>
        </p:nvCxnSpPr>
        <p:spPr>
          <a:xfrm flipV="1">
            <a:off x="8677026" y="2196133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6" name="Conexão recta unidireccional 345"/>
          <p:cNvCxnSpPr/>
          <p:nvPr/>
        </p:nvCxnSpPr>
        <p:spPr>
          <a:xfrm flipH="1">
            <a:off x="324098" y="2196133"/>
            <a:ext cx="83529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8" name="Conexão recta unidireccional 347"/>
          <p:cNvCxnSpPr/>
          <p:nvPr/>
        </p:nvCxnSpPr>
        <p:spPr>
          <a:xfrm flipH="1">
            <a:off x="252090" y="2196133"/>
            <a:ext cx="72008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91" name="Conexão recta unidireccional 690"/>
          <p:cNvCxnSpPr/>
          <p:nvPr/>
        </p:nvCxnSpPr>
        <p:spPr>
          <a:xfrm>
            <a:off x="5625459" y="4896723"/>
            <a:ext cx="468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2" name="Conexão recta unidireccional 691"/>
          <p:cNvCxnSpPr/>
          <p:nvPr/>
        </p:nvCxnSpPr>
        <p:spPr>
          <a:xfrm>
            <a:off x="5625459" y="5184755"/>
            <a:ext cx="468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Conexão recta unidireccional 692"/>
          <p:cNvCxnSpPr/>
          <p:nvPr/>
        </p:nvCxnSpPr>
        <p:spPr>
          <a:xfrm>
            <a:off x="5625459" y="5472787"/>
            <a:ext cx="468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94" name="Conexão recta unidireccional 693"/>
          <p:cNvCxnSpPr/>
          <p:nvPr/>
        </p:nvCxnSpPr>
        <p:spPr>
          <a:xfrm>
            <a:off x="5621048" y="5760819"/>
            <a:ext cx="468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95" name="CaixaDeTexto 694"/>
          <p:cNvSpPr txBox="1"/>
          <p:nvPr/>
        </p:nvSpPr>
        <p:spPr>
          <a:xfrm>
            <a:off x="6247588" y="4789000"/>
            <a:ext cx="557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 err="1" smtClean="0"/>
              <a:t>Path</a:t>
            </a:r>
            <a:r>
              <a:rPr lang="pt-PT" sz="800" dirty="0" smtClean="0"/>
              <a:t> 1</a:t>
            </a:r>
            <a:endParaRPr lang="pt-PT" sz="800" dirty="0"/>
          </a:p>
        </p:txBody>
      </p:sp>
      <p:sp>
        <p:nvSpPr>
          <p:cNvPr id="696" name="CaixaDeTexto 695"/>
          <p:cNvSpPr txBox="1"/>
          <p:nvPr/>
        </p:nvSpPr>
        <p:spPr>
          <a:xfrm>
            <a:off x="6247168" y="5077033"/>
            <a:ext cx="557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 err="1" smtClean="0"/>
              <a:t>Path</a:t>
            </a:r>
            <a:r>
              <a:rPr lang="pt-PT" sz="800" dirty="0" smtClean="0"/>
              <a:t> 2</a:t>
            </a:r>
            <a:endParaRPr lang="pt-PT" sz="800" dirty="0"/>
          </a:p>
        </p:txBody>
      </p:sp>
      <p:sp>
        <p:nvSpPr>
          <p:cNvPr id="697" name="CaixaDeTexto 696"/>
          <p:cNvSpPr txBox="1"/>
          <p:nvPr/>
        </p:nvSpPr>
        <p:spPr>
          <a:xfrm>
            <a:off x="6247588" y="5365065"/>
            <a:ext cx="557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 err="1" smtClean="0"/>
              <a:t>Path</a:t>
            </a:r>
            <a:r>
              <a:rPr lang="pt-PT" sz="800" dirty="0" smtClean="0"/>
              <a:t> 3</a:t>
            </a:r>
            <a:endParaRPr lang="pt-PT" sz="800" dirty="0"/>
          </a:p>
        </p:txBody>
      </p:sp>
      <p:sp>
        <p:nvSpPr>
          <p:cNvPr id="698" name="CaixaDeTexto 697"/>
          <p:cNvSpPr txBox="1"/>
          <p:nvPr/>
        </p:nvSpPr>
        <p:spPr>
          <a:xfrm>
            <a:off x="6247588" y="5653097"/>
            <a:ext cx="557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 err="1" smtClean="0"/>
              <a:t>Path</a:t>
            </a:r>
            <a:r>
              <a:rPr lang="pt-PT" sz="800" dirty="0" smtClean="0"/>
              <a:t> 4</a:t>
            </a:r>
            <a:endParaRPr lang="pt-PT" sz="800" dirty="0"/>
          </a:p>
        </p:txBody>
      </p:sp>
      <p:cxnSp>
        <p:nvCxnSpPr>
          <p:cNvPr id="354" name="Conexão recta unidireccional 353"/>
          <p:cNvCxnSpPr/>
          <p:nvPr/>
        </p:nvCxnSpPr>
        <p:spPr>
          <a:xfrm flipV="1">
            <a:off x="468114" y="2412157"/>
            <a:ext cx="0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exão recta unidireccional 355"/>
          <p:cNvCxnSpPr/>
          <p:nvPr/>
        </p:nvCxnSpPr>
        <p:spPr>
          <a:xfrm>
            <a:off x="468114" y="2412157"/>
            <a:ext cx="810096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onexão recta unidireccional 359"/>
          <p:cNvCxnSpPr/>
          <p:nvPr/>
        </p:nvCxnSpPr>
        <p:spPr>
          <a:xfrm>
            <a:off x="8569077" y="2412157"/>
            <a:ext cx="0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xão recta unidireccional 361"/>
          <p:cNvCxnSpPr/>
          <p:nvPr/>
        </p:nvCxnSpPr>
        <p:spPr>
          <a:xfrm>
            <a:off x="252090" y="3924325"/>
            <a:ext cx="45364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4" name="Conexão recta unidireccional 363"/>
          <p:cNvCxnSpPr>
            <a:endCxn id="312" idx="5"/>
          </p:cNvCxnSpPr>
          <p:nvPr/>
        </p:nvCxnSpPr>
        <p:spPr>
          <a:xfrm flipH="1">
            <a:off x="4783291" y="3924325"/>
            <a:ext cx="5272" cy="28386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28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8</Words>
  <Application>Microsoft Office PowerPoint</Application>
  <PresentationFormat>Personalizados</PresentationFormat>
  <Paragraphs>4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Tiago</dc:creator>
  <cp:lastModifiedBy>Tiago</cp:lastModifiedBy>
  <cp:revision>25</cp:revision>
  <dcterms:created xsi:type="dcterms:W3CDTF">2013-03-12T15:40:25Z</dcterms:created>
  <dcterms:modified xsi:type="dcterms:W3CDTF">2013-05-14T17:10:00Z</dcterms:modified>
</cp:coreProperties>
</file>